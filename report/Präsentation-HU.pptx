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6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709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64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96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81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46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08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535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49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28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65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825F2-E4DC-4ACC-8476-54743BB4D2AD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1A342-7173-438C-9E08-87CF8FCA71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864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030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Was war Inhalt der Arbeit und was nicht</a:t>
            </a:r>
          </a:p>
          <a:p>
            <a:endParaRPr lang="de-DE" dirty="0" smtClean="0"/>
          </a:p>
          <a:p>
            <a:r>
              <a:rPr lang="de-DE" dirty="0" smtClean="0"/>
              <a:t>(Parametrisierung der Geometrie)</a:t>
            </a:r>
          </a:p>
          <a:p>
            <a:r>
              <a:rPr lang="de-DE" dirty="0" smtClean="0"/>
              <a:t>(Auswahl der Variationsbereiche)</a:t>
            </a:r>
          </a:p>
          <a:p>
            <a:r>
              <a:rPr lang="de-DE" dirty="0" smtClean="0"/>
              <a:t>(Berechnung der Stützpunkte)</a:t>
            </a:r>
          </a:p>
          <a:p>
            <a:r>
              <a:rPr lang="de-DE" dirty="0" smtClean="0"/>
              <a:t>… Data-Projekt</a:t>
            </a:r>
          </a:p>
          <a:p>
            <a:r>
              <a:rPr lang="de-DE" dirty="0" smtClean="0"/>
              <a:t>(Optimierung, Vorhersage der besten Lösungen 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161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3 Hauptziele</a:t>
            </a:r>
          </a:p>
          <a:p>
            <a:endParaRPr lang="de-DE" dirty="0"/>
          </a:p>
          <a:p>
            <a:endParaRPr lang="de-DE" dirty="0" smtClean="0"/>
          </a:p>
          <a:p>
            <a:endParaRPr lang="de-DE" dirty="0"/>
          </a:p>
          <a:p>
            <a:r>
              <a:rPr lang="de-DE" dirty="0" smtClean="0"/>
              <a:t>Wie geht es weiter?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23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Breitbild</PresentationFormat>
  <Paragraphs>12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>Herrmann Ultraschalltechnik GmbH &amp;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Brouet, Francois</dc:creator>
  <cp:lastModifiedBy>Brouet, Francois</cp:lastModifiedBy>
  <cp:revision>1</cp:revision>
  <dcterms:created xsi:type="dcterms:W3CDTF">2025-06-25T04:50:54Z</dcterms:created>
  <dcterms:modified xsi:type="dcterms:W3CDTF">2025-06-25T04:51:15Z</dcterms:modified>
</cp:coreProperties>
</file>