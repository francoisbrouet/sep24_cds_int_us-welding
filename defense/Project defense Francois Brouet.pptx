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70957" autoAdjust="0"/>
  </p:normalViewPr>
  <p:slideViewPr>
    <p:cSldViewPr snapToObjects="1">
      <p:cViewPr varScale="1">
        <p:scale>
          <a:sx n="152" d="100"/>
          <a:sy n="152" d="100"/>
        </p:scale>
        <p:origin x="1986" y="132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01.09.2025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(calculation of 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 particular those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displacements’ uniformity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</a:t>
            </a:r>
            <a:r>
              <a:rPr lang="en-US" dirty="0" smtClean="0"/>
              <a:t>are distributed according </a:t>
            </a:r>
            <a:r>
              <a:rPr lang="en-US" baseline="0" dirty="0" smtClean="0"/>
              <a:t>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smtClean="0"/>
              <a:t>was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82837" y="3707640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latin typeface="+mn-lt"/>
              </a:rPr>
              <a:t>Thank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for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attention</a:t>
            </a:r>
            <a:r>
              <a:rPr lang="de-DE" sz="3200" b="1" dirty="0" smtClean="0"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2249</Words>
  <Application>Microsoft Office PowerPoint</Application>
  <PresentationFormat>Bildschirmpräsentation (16:9)</PresentationFormat>
  <Paragraphs>363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175</cp:revision>
  <cp:lastPrinted>2024-10-28T09:15:24Z</cp:lastPrinted>
  <dcterms:created xsi:type="dcterms:W3CDTF">2024-10-21T06:24:53Z</dcterms:created>
  <dcterms:modified xsi:type="dcterms:W3CDTF">2025-09-01T14:06:34Z</dcterms:modified>
</cp:coreProperties>
</file>