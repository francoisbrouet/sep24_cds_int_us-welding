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revisionInfo.xml" ContentType="application/vnd.ms-powerpoint.revisioninfo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994" r:id="rId1"/>
  </p:sldMasterIdLst>
  <p:notesMasterIdLst>
    <p:notesMasterId r:id="rId23"/>
  </p:notesMasterIdLst>
  <p:handoutMasterIdLst>
    <p:handoutMasterId r:id="rId24"/>
  </p:handoutMasterIdLst>
  <p:sldIdLst>
    <p:sldId id="383" r:id="rId2"/>
    <p:sldId id="397" r:id="rId3"/>
    <p:sldId id="370" r:id="rId4"/>
    <p:sldId id="394" r:id="rId5"/>
    <p:sldId id="398" r:id="rId6"/>
    <p:sldId id="399" r:id="rId7"/>
    <p:sldId id="405" r:id="rId8"/>
    <p:sldId id="400" r:id="rId9"/>
    <p:sldId id="401" r:id="rId10"/>
    <p:sldId id="402" r:id="rId11"/>
    <p:sldId id="403" r:id="rId12"/>
    <p:sldId id="406" r:id="rId13"/>
    <p:sldId id="404" r:id="rId14"/>
    <p:sldId id="388" r:id="rId15"/>
    <p:sldId id="396" r:id="rId16"/>
    <p:sldId id="389" r:id="rId17"/>
    <p:sldId id="391" r:id="rId18"/>
    <p:sldId id="392" r:id="rId19"/>
    <p:sldId id="381" r:id="rId20"/>
    <p:sldId id="378" r:id="rId21"/>
    <p:sldId id="384" r:id="rId22"/>
  </p:sldIdLst>
  <p:sldSz cx="9144000" cy="5143500" type="screen16x9"/>
  <p:notesSz cx="6645275" cy="9775825"/>
  <p:custDataLst>
    <p:tags r:id="rId25"/>
  </p:custDataLst>
  <p:defaultTextStyle>
    <a:defPPr>
      <a:defRPr lang="de-DE"/>
    </a:defPPr>
    <a:lvl1pPr algn="l" defTabSz="457130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1pPr>
    <a:lvl2pPr marL="457130" algn="l" defTabSz="457130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2pPr>
    <a:lvl3pPr marL="914260" algn="l" defTabSz="457130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3pPr>
    <a:lvl4pPr marL="1371390" algn="l" defTabSz="457130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4pPr>
    <a:lvl5pPr marL="1828520" algn="l" defTabSz="457130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5pPr>
    <a:lvl6pPr marL="2285650" algn="l" defTabSz="914260" rtl="0" eaLnBrk="1" latinLnBrk="0" hangingPunct="1"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6pPr>
    <a:lvl7pPr marL="2742780" algn="l" defTabSz="914260" rtl="0" eaLnBrk="1" latinLnBrk="0" hangingPunct="1"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7pPr>
    <a:lvl8pPr marL="3199910" algn="l" defTabSz="914260" rtl="0" eaLnBrk="1" latinLnBrk="0" hangingPunct="1"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8pPr>
    <a:lvl9pPr marL="3657040" algn="l" defTabSz="914260" rtl="0" eaLnBrk="1" latinLnBrk="0" hangingPunct="1"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Hermann Ultraschall Template" id="{E288A15B-C61F-46F5-9AF1-9B20770DE8A5}">
          <p14:sldIdLst>
            <p14:sldId id="383"/>
            <p14:sldId id="397"/>
            <p14:sldId id="370"/>
            <p14:sldId id="394"/>
            <p14:sldId id="398"/>
            <p14:sldId id="399"/>
            <p14:sldId id="405"/>
            <p14:sldId id="400"/>
            <p14:sldId id="401"/>
            <p14:sldId id="402"/>
            <p14:sldId id="403"/>
            <p14:sldId id="406"/>
            <p14:sldId id="404"/>
            <p14:sldId id="388"/>
            <p14:sldId id="396"/>
            <p14:sldId id="389"/>
            <p14:sldId id="391"/>
            <p14:sldId id="392"/>
            <p14:sldId id="381"/>
            <p14:sldId id="378"/>
            <p14:sldId id="384"/>
          </p14:sldIdLst>
        </p14:section>
      </p14:sectionLst>
    </p:ext>
    <p:ext uri="{EFAFB233-063F-42B5-8137-9DF3F51BA10A}">
      <p15:sldGuideLst xmlns:p15="http://schemas.microsoft.com/office/powerpoint/2012/main">
        <p15:guide id="7" pos="2880">
          <p15:clr>
            <a:srgbClr val="A4A3A4"/>
          </p15:clr>
        </p15:guide>
        <p15:guide id="8" orient="horz" pos="162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544" userDrawn="1">
          <p15:clr>
            <a:srgbClr val="A4A3A4"/>
          </p15:clr>
        </p15:guide>
        <p15:guide id="2" orient="horz" pos="2410" userDrawn="1">
          <p15:clr>
            <a:srgbClr val="A4A3A4"/>
          </p15:clr>
        </p15:guide>
        <p15:guide id="3" pos="542" userDrawn="1">
          <p15:clr>
            <a:srgbClr val="A4A3A4"/>
          </p15:clr>
        </p15:guide>
        <p15:guide id="4" pos="3919" userDrawn="1">
          <p15:clr>
            <a:srgbClr val="A4A3A4"/>
          </p15:clr>
        </p15:guide>
        <p15:guide id="5" orient="horz" pos="199" userDrawn="1">
          <p15:clr>
            <a:srgbClr val="A4A3A4"/>
          </p15:clr>
        </p15:guide>
        <p15:guide id="6" orient="horz" pos="5721" userDrawn="1">
          <p15:clr>
            <a:srgbClr val="A4A3A4"/>
          </p15:clr>
        </p15:guide>
        <p15:guide id="7" orient="horz" pos="5851" userDrawn="1">
          <p15:clr>
            <a:srgbClr val="A4A3A4"/>
          </p15:clr>
        </p15:guide>
        <p15:guide id="8" orient="horz" pos="6004" userDrawn="1">
          <p15:clr>
            <a:srgbClr val="A4A3A4"/>
          </p15:clr>
        </p15:guide>
        <p15:guide id="9" pos="438" userDrawn="1">
          <p15:clr>
            <a:srgbClr val="A4A3A4"/>
          </p15:clr>
        </p15:guide>
        <p15:guide id="10" pos="3960" userDrawn="1">
          <p15:clr>
            <a:srgbClr val="A4A3A4"/>
          </p15:clr>
        </p15:guide>
        <p15:guide id="11" pos="2687" userDrawn="1">
          <p15:clr>
            <a:srgbClr val="A4A3A4"/>
          </p15:clr>
        </p15:guide>
        <p15:guide id="12" pos="2772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05FFFF"/>
    <a:srgbClr val="D9D9D9"/>
    <a:srgbClr val="333333"/>
    <a:srgbClr val="FF0000"/>
    <a:srgbClr val="CC00FF"/>
    <a:srgbClr val="007BB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/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ittlere Formatvorlage 2 - Akz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85BE263C-DBD7-4A20-BB59-AAB30ACAA65A}" styleName="Mittlere Formatvorlage 3 - Akz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660B408-B3CF-4A94-85FC-2B1E0A45F4A2}" styleName="Dunkle Formatvorlage 2 - Akzent 1/Akz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9D7B26C5-4107-4FEC-AEDC-1716B250A1EF}" styleName="Helle Formatvorlag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00A15C55-8517-42AA-B614-E9B94910E393}" styleName="Mittlere Formatvorlage 2 - Akz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F5AB1C69-6EDB-4FF4-983F-18BD219EF322}" styleName="Mittlere Formatvorlage 2 - Akz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6E25E649-3F16-4E02-A733-19D2CDBF48F0}" styleName="Mittlere Formatvorlage 3 - Akz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Keine Formatvorlage, kein Raster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Keine Formatvorlage, Tabellenraster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B4B98B0-60AC-42C2-AFA5-B58CD77FA1E5}" styleName="Helle Formatvorlage 1 - Akz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37CE84F3-28C3-443E-9E96-99CF82512B78}" styleName="Dunkle Formatvorlage 1 - Akz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64712" autoAdjust="0"/>
  </p:normalViewPr>
  <p:slideViewPr>
    <p:cSldViewPr snapToObjects="1">
      <p:cViewPr>
        <p:scale>
          <a:sx n="125" d="100"/>
          <a:sy n="125" d="100"/>
        </p:scale>
        <p:origin x="1176" y="180"/>
      </p:cViewPr>
      <p:guideLst>
        <p:guide pos="2880"/>
        <p:guide orient="horz" pos="16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-1866"/>
    </p:cViewPr>
  </p:notesTextViewPr>
  <p:sorterViewPr>
    <p:cViewPr>
      <p:scale>
        <a:sx n="50" d="100"/>
        <a:sy n="50" d="100"/>
      </p:scale>
      <p:origin x="0" y="0"/>
    </p:cViewPr>
  </p:sorterViewPr>
  <p:notesViewPr>
    <p:cSldViewPr snapToObjects="1">
      <p:cViewPr>
        <p:scale>
          <a:sx n="75" d="100"/>
          <a:sy n="75" d="100"/>
        </p:scale>
        <p:origin x="6060" y="1344"/>
      </p:cViewPr>
      <p:guideLst>
        <p:guide orient="horz" pos="2544"/>
        <p:guide orient="horz" pos="2410"/>
        <p:guide pos="542"/>
        <p:guide pos="3919"/>
        <p:guide orient="horz" pos="199"/>
        <p:guide orient="horz" pos="5721"/>
        <p:guide orient="horz" pos="5851"/>
        <p:guide orient="horz" pos="6004"/>
        <p:guide pos="438"/>
        <p:guide pos="3960"/>
        <p:guide pos="2687"/>
        <p:guide pos="2772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gs" Target="tags/tag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handoutMaster" Target="handoutMasters/handoutMaster1.xml"/><Relationship Id="rId225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uppieren 2"/>
          <p:cNvGrpSpPr/>
          <p:nvPr/>
        </p:nvGrpSpPr>
        <p:grpSpPr bwMode="gray">
          <a:xfrm>
            <a:off x="-143730" y="-141131"/>
            <a:ext cx="6932735" cy="10058091"/>
            <a:chOff x="-153653" y="-147757"/>
            <a:chExt cx="7411369" cy="10530126"/>
          </a:xfrm>
        </p:grpSpPr>
        <p:sp>
          <p:nvSpPr>
            <p:cNvPr id="4" name="Isosceles Triangle 9"/>
            <p:cNvSpPr/>
            <p:nvPr/>
          </p:nvSpPr>
          <p:spPr bwMode="gray">
            <a:xfrm rot="10800000">
              <a:off x="710046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6" name="Isosceles Triangle 9"/>
            <p:cNvSpPr/>
            <p:nvPr/>
          </p:nvSpPr>
          <p:spPr bwMode="gray">
            <a:xfrm rot="10800000">
              <a:off x="6689365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7" name="Isosceles Triangle 9"/>
            <p:cNvSpPr/>
            <p:nvPr/>
          </p:nvSpPr>
          <p:spPr bwMode="gray">
            <a:xfrm rot="10800000">
              <a:off x="4671254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8" name="Isosceles Triangle 9"/>
            <p:cNvSpPr/>
            <p:nvPr/>
          </p:nvSpPr>
          <p:spPr bwMode="gray">
            <a:xfrm rot="10800000">
              <a:off x="4528778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9" name="Isosceles Triangle 9"/>
            <p:cNvSpPr/>
            <p:nvPr/>
          </p:nvSpPr>
          <p:spPr bwMode="gray">
            <a:xfrm rot="10800000" flipV="1">
              <a:off x="710046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0" name="Isosceles Triangle 9"/>
            <p:cNvSpPr/>
            <p:nvPr/>
          </p:nvSpPr>
          <p:spPr bwMode="gray">
            <a:xfrm rot="10800000" flipV="1">
              <a:off x="6689365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1" name="Isosceles Triangle 9"/>
            <p:cNvSpPr/>
            <p:nvPr/>
          </p:nvSpPr>
          <p:spPr bwMode="gray">
            <a:xfrm rot="10800000" flipV="1">
              <a:off x="4671254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2" name="Isosceles Triangle 9"/>
            <p:cNvSpPr/>
            <p:nvPr/>
          </p:nvSpPr>
          <p:spPr bwMode="gray">
            <a:xfrm rot="10800000" flipV="1">
              <a:off x="4528778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3" name="Isosceles Triangle 9"/>
            <p:cNvSpPr/>
            <p:nvPr/>
          </p:nvSpPr>
          <p:spPr bwMode="gray">
            <a:xfrm rot="5400000">
              <a:off x="-157863" y="29991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4" name="Isosceles Triangle 9"/>
            <p:cNvSpPr/>
            <p:nvPr/>
          </p:nvSpPr>
          <p:spPr bwMode="gray">
            <a:xfrm rot="5400000">
              <a:off x="-157863" y="397656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5" name="Isosceles Triangle 9"/>
            <p:cNvSpPr/>
            <p:nvPr/>
          </p:nvSpPr>
          <p:spPr bwMode="gray">
            <a:xfrm rot="5400000">
              <a:off x="-157863" y="419881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6" name="Isosceles Triangle 9"/>
            <p:cNvSpPr/>
            <p:nvPr/>
          </p:nvSpPr>
          <p:spPr bwMode="gray">
            <a:xfrm rot="5400000">
              <a:off x="-157863" y="948092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7" name="Isosceles Triangle 9"/>
            <p:cNvSpPr/>
            <p:nvPr/>
          </p:nvSpPr>
          <p:spPr bwMode="gray">
            <a:xfrm rot="5400000">
              <a:off x="-157863" y="96987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8" name="Isosceles Triangle 9"/>
            <p:cNvSpPr/>
            <p:nvPr/>
          </p:nvSpPr>
          <p:spPr bwMode="gray">
            <a:xfrm rot="5400000">
              <a:off x="-157863" y="99511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9" name="Isosceles Triangle 9"/>
            <p:cNvSpPr/>
            <p:nvPr/>
          </p:nvSpPr>
          <p:spPr bwMode="gray">
            <a:xfrm rot="16200000" flipH="1">
              <a:off x="7200880" y="29991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20" name="Isosceles Triangle 9"/>
            <p:cNvSpPr/>
            <p:nvPr/>
          </p:nvSpPr>
          <p:spPr bwMode="gray">
            <a:xfrm rot="16200000" flipH="1">
              <a:off x="7200880" y="397656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21" name="Isosceles Triangle 9"/>
            <p:cNvSpPr/>
            <p:nvPr/>
          </p:nvSpPr>
          <p:spPr bwMode="gray">
            <a:xfrm rot="16200000" flipH="1">
              <a:off x="7200880" y="419881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22" name="Isosceles Triangle 9"/>
            <p:cNvSpPr/>
            <p:nvPr/>
          </p:nvSpPr>
          <p:spPr bwMode="gray">
            <a:xfrm rot="16200000" flipH="1">
              <a:off x="7200880" y="948092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23" name="Isosceles Triangle 9"/>
            <p:cNvSpPr/>
            <p:nvPr/>
          </p:nvSpPr>
          <p:spPr bwMode="gray">
            <a:xfrm rot="16200000" flipH="1">
              <a:off x="7200880" y="96987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24" name="Isosceles Triangle 9"/>
            <p:cNvSpPr/>
            <p:nvPr/>
          </p:nvSpPr>
          <p:spPr bwMode="gray">
            <a:xfrm rot="16200000" flipH="1">
              <a:off x="7200880" y="99511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</p:grpSp>
      <p:sp>
        <p:nvSpPr>
          <p:cNvPr id="28" name="Foliennummernplatzhalter 6"/>
          <p:cNvSpPr>
            <a:spLocks noGrp="1"/>
          </p:cNvSpPr>
          <p:nvPr>
            <p:ph type="sldNum" sz="quarter" idx="3"/>
          </p:nvPr>
        </p:nvSpPr>
        <p:spPr bwMode="gray">
          <a:xfrm>
            <a:off x="4972347" y="9289839"/>
            <a:ext cx="1313565" cy="240341"/>
          </a:xfrm>
          <a:prstGeom prst="rect">
            <a:avLst/>
          </a:prstGeom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algn="r">
              <a:defRPr sz="1000">
                <a:solidFill>
                  <a:schemeClr val="bg2"/>
                </a:solidFill>
                <a:latin typeface="+mn-lt"/>
              </a:defRPr>
            </a:lvl1pPr>
          </a:lstStyle>
          <a:p>
            <a:fld id="{34E13925-E938-4228-AE74-92AB500038AB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29" name="Kopfzeilenplatzhalter 13"/>
          <p:cNvSpPr>
            <a:spLocks noGrp="1"/>
          </p:cNvSpPr>
          <p:nvPr>
            <p:ph type="hdr" sz="quarter"/>
          </p:nvPr>
        </p:nvSpPr>
        <p:spPr bwMode="gray">
          <a:xfrm>
            <a:off x="694971" y="313884"/>
            <a:ext cx="4347515" cy="299831"/>
          </a:xfrm>
          <a:prstGeom prst="rect">
            <a:avLst/>
          </a:prstGeom>
        </p:spPr>
        <p:txBody>
          <a:bodyPr vert="horz" wrap="square" lIns="0" tIns="0" rIns="0" bIns="0" rtlCol="0" anchor="t" anchorCtr="0"/>
          <a:lstStyle>
            <a:lvl1pPr algn="l">
              <a:defRPr sz="1000">
                <a:solidFill>
                  <a:schemeClr val="bg2"/>
                </a:solidFill>
                <a:latin typeface="+mn-lt"/>
              </a:defRPr>
            </a:lvl1pPr>
          </a:lstStyle>
          <a:p>
            <a:endParaRPr lang="de-DE" dirty="0"/>
          </a:p>
        </p:txBody>
      </p:sp>
      <p:sp>
        <p:nvSpPr>
          <p:cNvPr id="30" name="Datumsplatzhalter 32"/>
          <p:cNvSpPr>
            <a:spLocks noGrp="1"/>
          </p:cNvSpPr>
          <p:nvPr>
            <p:ph type="dt" idx="1"/>
          </p:nvPr>
        </p:nvSpPr>
        <p:spPr bwMode="gray">
          <a:xfrm>
            <a:off x="5042485" y="313884"/>
            <a:ext cx="1243426" cy="299831"/>
          </a:xfrm>
          <a:prstGeom prst="rect">
            <a:avLst/>
          </a:prstGeom>
        </p:spPr>
        <p:txBody>
          <a:bodyPr vert="horz" wrap="square" lIns="0" tIns="0" rIns="0" bIns="0" rtlCol="0" anchor="t" anchorCtr="0"/>
          <a:lstStyle>
            <a:lvl1pPr algn="r">
              <a:defRPr sz="1000">
                <a:solidFill>
                  <a:schemeClr val="bg2"/>
                </a:solidFill>
                <a:latin typeface="+mn-lt"/>
              </a:defRPr>
            </a:lvl1pPr>
          </a:lstStyle>
          <a:p>
            <a:fld id="{4898E2BF-6B10-4B00-9BEA-AA866B211861}" type="datetimeFigureOut">
              <a:rPr lang="de-DE" smtClean="0"/>
              <a:pPr/>
              <a:t>11.08.2025</a:t>
            </a:fld>
            <a:endParaRPr lang="de-DE" dirty="0"/>
          </a:p>
        </p:txBody>
      </p:sp>
      <p:sp>
        <p:nvSpPr>
          <p:cNvPr id="31" name="Fußzeilenplatzhalter 33"/>
          <p:cNvSpPr>
            <a:spLocks noGrp="1"/>
          </p:cNvSpPr>
          <p:nvPr>
            <p:ph type="ftr" sz="quarter" idx="2"/>
          </p:nvPr>
        </p:nvSpPr>
        <p:spPr bwMode="gray">
          <a:xfrm>
            <a:off x="694970" y="9289839"/>
            <a:ext cx="2184402" cy="240341"/>
          </a:xfrm>
          <a:prstGeom prst="rect">
            <a:avLst/>
          </a:prstGeom>
        </p:spPr>
        <p:txBody>
          <a:bodyPr vert="horz" wrap="square" lIns="0" tIns="0" rIns="0" bIns="0" rtlCol="0" anchor="t" anchorCtr="0"/>
          <a:lstStyle>
            <a:lvl1pPr algn="l">
              <a:defRPr sz="1000">
                <a:solidFill>
                  <a:schemeClr val="bg2"/>
                </a:solidFill>
                <a:latin typeface="+mn-lt"/>
              </a:defRPr>
            </a:lvl1pPr>
          </a:lstStyle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7924039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Gruppieren 62"/>
          <p:cNvGrpSpPr/>
          <p:nvPr/>
        </p:nvGrpSpPr>
        <p:grpSpPr bwMode="gray">
          <a:xfrm>
            <a:off x="-143730" y="-141131"/>
            <a:ext cx="6932735" cy="10058091"/>
            <a:chOff x="-153653" y="-147757"/>
            <a:chExt cx="7411369" cy="10530126"/>
          </a:xfrm>
        </p:grpSpPr>
        <p:sp>
          <p:nvSpPr>
            <p:cNvPr id="10" name="Isosceles Triangle 9"/>
            <p:cNvSpPr/>
            <p:nvPr/>
          </p:nvSpPr>
          <p:spPr bwMode="gray">
            <a:xfrm rot="10800000">
              <a:off x="710046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11" name="Isosceles Triangle 9"/>
            <p:cNvSpPr/>
            <p:nvPr/>
          </p:nvSpPr>
          <p:spPr bwMode="gray">
            <a:xfrm rot="10800000">
              <a:off x="6689365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38" name="Isosceles Triangle 9"/>
            <p:cNvSpPr/>
            <p:nvPr/>
          </p:nvSpPr>
          <p:spPr bwMode="gray">
            <a:xfrm rot="10800000">
              <a:off x="4671254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39" name="Isosceles Triangle 9"/>
            <p:cNvSpPr/>
            <p:nvPr/>
          </p:nvSpPr>
          <p:spPr bwMode="gray">
            <a:xfrm rot="10800000">
              <a:off x="4528778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41" name="Isosceles Triangle 9"/>
            <p:cNvSpPr/>
            <p:nvPr/>
          </p:nvSpPr>
          <p:spPr bwMode="gray">
            <a:xfrm rot="10800000" flipV="1">
              <a:off x="710046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42" name="Isosceles Triangle 9"/>
            <p:cNvSpPr/>
            <p:nvPr/>
          </p:nvSpPr>
          <p:spPr bwMode="gray">
            <a:xfrm rot="10800000" flipV="1">
              <a:off x="6689365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43" name="Isosceles Triangle 9"/>
            <p:cNvSpPr/>
            <p:nvPr/>
          </p:nvSpPr>
          <p:spPr bwMode="gray">
            <a:xfrm rot="10800000" flipV="1">
              <a:off x="4671254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44" name="Isosceles Triangle 9"/>
            <p:cNvSpPr/>
            <p:nvPr/>
          </p:nvSpPr>
          <p:spPr bwMode="gray">
            <a:xfrm rot="10800000" flipV="1">
              <a:off x="4528778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47" name="Isosceles Triangle 9"/>
            <p:cNvSpPr/>
            <p:nvPr/>
          </p:nvSpPr>
          <p:spPr bwMode="gray">
            <a:xfrm rot="5400000">
              <a:off x="-157863" y="29991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48" name="Isosceles Triangle 9"/>
            <p:cNvSpPr/>
            <p:nvPr/>
          </p:nvSpPr>
          <p:spPr bwMode="gray">
            <a:xfrm rot="5400000">
              <a:off x="-157863" y="397656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0" name="Isosceles Triangle 9"/>
            <p:cNvSpPr/>
            <p:nvPr/>
          </p:nvSpPr>
          <p:spPr bwMode="gray">
            <a:xfrm rot="5400000">
              <a:off x="-157863" y="419881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1" name="Isosceles Triangle 9"/>
            <p:cNvSpPr/>
            <p:nvPr/>
          </p:nvSpPr>
          <p:spPr bwMode="gray">
            <a:xfrm rot="5400000">
              <a:off x="-157863" y="948092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2" name="Isosceles Triangle 9"/>
            <p:cNvSpPr/>
            <p:nvPr/>
          </p:nvSpPr>
          <p:spPr bwMode="gray">
            <a:xfrm rot="5400000">
              <a:off x="-157863" y="96987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3" name="Isosceles Triangle 9"/>
            <p:cNvSpPr/>
            <p:nvPr/>
          </p:nvSpPr>
          <p:spPr bwMode="gray">
            <a:xfrm rot="5400000">
              <a:off x="-157863" y="99511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5" name="Isosceles Triangle 9"/>
            <p:cNvSpPr/>
            <p:nvPr/>
          </p:nvSpPr>
          <p:spPr bwMode="gray">
            <a:xfrm rot="16200000" flipH="1">
              <a:off x="7200880" y="29991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6" name="Isosceles Triangle 9"/>
            <p:cNvSpPr/>
            <p:nvPr/>
          </p:nvSpPr>
          <p:spPr bwMode="gray">
            <a:xfrm rot="16200000" flipH="1">
              <a:off x="7200880" y="397656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7" name="Isosceles Triangle 9"/>
            <p:cNvSpPr/>
            <p:nvPr/>
          </p:nvSpPr>
          <p:spPr bwMode="gray">
            <a:xfrm rot="16200000" flipH="1">
              <a:off x="7200880" y="419881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8" name="Isosceles Triangle 9"/>
            <p:cNvSpPr/>
            <p:nvPr/>
          </p:nvSpPr>
          <p:spPr bwMode="gray">
            <a:xfrm rot="16200000" flipH="1">
              <a:off x="7200880" y="948092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9" name="Isosceles Triangle 9"/>
            <p:cNvSpPr/>
            <p:nvPr/>
          </p:nvSpPr>
          <p:spPr bwMode="gray">
            <a:xfrm rot="16200000" flipH="1">
              <a:off x="7200880" y="96987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60" name="Isosceles Triangle 9"/>
            <p:cNvSpPr/>
            <p:nvPr/>
          </p:nvSpPr>
          <p:spPr bwMode="gray">
            <a:xfrm rot="16200000" flipH="1">
              <a:off x="7200880" y="99511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</p:grp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 bwMode="gray">
          <a:xfrm>
            <a:off x="694970" y="3794290"/>
            <a:ext cx="5650268" cy="5489409"/>
          </a:xfrm>
          <a:prstGeom prst="rect">
            <a:avLst/>
          </a:prstGeom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noProof="0" dirty="0"/>
              <a:t>Textmasterformat bearbeiten</a:t>
            </a:r>
          </a:p>
          <a:p>
            <a:pPr lvl="1"/>
            <a:r>
              <a:rPr lang="de-DE" noProof="0" dirty="0"/>
              <a:t>Zweite Ebene</a:t>
            </a:r>
          </a:p>
          <a:p>
            <a:pPr lvl="2"/>
            <a:r>
              <a:rPr lang="de-DE" noProof="0" dirty="0"/>
              <a:t>Dritte Ebene</a:t>
            </a:r>
          </a:p>
          <a:p>
            <a:pPr lvl="3"/>
            <a:r>
              <a:rPr lang="de-DE" noProof="0" dirty="0"/>
              <a:t>Vierte </a:t>
            </a:r>
            <a:r>
              <a:rPr lang="de-DE" noProof="0" dirty="0" smtClean="0"/>
              <a:t>Ebene</a:t>
            </a:r>
          </a:p>
          <a:p>
            <a:pPr lvl="4"/>
            <a:r>
              <a:rPr lang="de-DE" noProof="0" dirty="0" err="1" smtClean="0"/>
              <a:t>Asdf</a:t>
            </a:r>
            <a:endParaRPr lang="de-DE" noProof="0" dirty="0" smtClean="0"/>
          </a:p>
          <a:p>
            <a:pPr lvl="5"/>
            <a:r>
              <a:rPr lang="de-DE" noProof="0" dirty="0" err="1" smtClean="0"/>
              <a:t>Asdf</a:t>
            </a:r>
            <a:endParaRPr lang="de-DE" noProof="0" dirty="0" smtClean="0"/>
          </a:p>
          <a:p>
            <a:pPr lvl="6"/>
            <a:r>
              <a:rPr lang="de-DE" noProof="0" dirty="0" err="1" smtClean="0"/>
              <a:t>Asdf</a:t>
            </a:r>
            <a:endParaRPr lang="de-DE" noProof="0" dirty="0" smtClean="0"/>
          </a:p>
          <a:p>
            <a:pPr lvl="7"/>
            <a:r>
              <a:rPr lang="de-DE" noProof="0" dirty="0" err="1" smtClean="0"/>
              <a:t>Asdf</a:t>
            </a:r>
            <a:endParaRPr lang="de-DE" noProof="0" dirty="0" smtClean="0"/>
          </a:p>
          <a:p>
            <a:pPr lvl="8"/>
            <a:r>
              <a:rPr lang="de-DE" noProof="0" dirty="0" err="1" smtClean="0"/>
              <a:t>asdf</a:t>
            </a:r>
            <a:endParaRPr lang="de-DE" noProof="0" dirty="0"/>
          </a:p>
        </p:txBody>
      </p:sp>
      <p:sp>
        <p:nvSpPr>
          <p:cNvPr id="23" name="Folienbildplatzhalter 22"/>
          <p:cNvSpPr>
            <a:spLocks noGrp="1" noRot="1" noChangeAspect="1"/>
          </p:cNvSpPr>
          <p:nvPr>
            <p:ph type="sldImg" idx="2"/>
          </p:nvPr>
        </p:nvSpPr>
        <p:spPr bwMode="gray">
          <a:xfrm>
            <a:off x="636588" y="351408"/>
            <a:ext cx="5708650" cy="3211512"/>
          </a:xfrm>
          <a:prstGeom prst="rect">
            <a:avLst/>
          </a:prstGeom>
          <a:noFill/>
          <a:ln w="3175">
            <a:noFill/>
          </a:ln>
          <a:effectLst>
            <a:outerShdw blurRad="127000" algn="ctr" rotWithShape="0">
              <a:prstClr val="black">
                <a:alpha val="40000"/>
              </a:prstClr>
            </a:outerShdw>
          </a:effectLst>
        </p:spPr>
        <p:txBody>
          <a:bodyPr vert="horz" lIns="86545" tIns="43273" rIns="86545" bIns="43273" rtlCol="0" anchor="ctr"/>
          <a:lstStyle/>
          <a:p>
            <a:pPr lvl="0"/>
            <a:endParaRPr lang="de-DE" noProof="0"/>
          </a:p>
        </p:txBody>
      </p:sp>
      <p:sp>
        <p:nvSpPr>
          <p:cNvPr id="34" name="Fußzeilenplatzhalter 33"/>
          <p:cNvSpPr>
            <a:spLocks noGrp="1"/>
          </p:cNvSpPr>
          <p:nvPr>
            <p:ph type="ftr" sz="quarter" idx="4"/>
          </p:nvPr>
        </p:nvSpPr>
        <p:spPr bwMode="gray">
          <a:xfrm>
            <a:off x="694970" y="9289839"/>
            <a:ext cx="2184402" cy="240341"/>
          </a:xfrm>
          <a:prstGeom prst="rect">
            <a:avLst/>
          </a:prstGeom>
        </p:spPr>
        <p:txBody>
          <a:bodyPr vert="horz" wrap="square" lIns="0" tIns="0" rIns="0" bIns="0" rtlCol="0" anchor="t" anchorCtr="0"/>
          <a:lstStyle>
            <a:lvl1pPr algn="l">
              <a:defRPr sz="1000">
                <a:solidFill>
                  <a:schemeClr val="bg2"/>
                </a:solidFill>
                <a:latin typeface="+mn-lt"/>
              </a:defRPr>
            </a:lvl1pPr>
          </a:lstStyle>
          <a:p>
            <a:endParaRPr lang="de-DE" dirty="0"/>
          </a:p>
        </p:txBody>
      </p:sp>
      <p:sp>
        <p:nvSpPr>
          <p:cNvPr id="2" name="Foliennummernplatzhalter 1"/>
          <p:cNvSpPr>
            <a:spLocks noGrp="1"/>
          </p:cNvSpPr>
          <p:nvPr>
            <p:ph type="sldNum" sz="quarter" idx="5"/>
          </p:nvPr>
        </p:nvSpPr>
        <p:spPr>
          <a:xfrm>
            <a:off x="4185238" y="9318235"/>
            <a:ext cx="2160000" cy="241201"/>
          </a:xfrm>
          <a:prstGeom prst="rect">
            <a:avLst/>
          </a:prstGeom>
        </p:spPr>
        <p:txBody>
          <a:bodyPr vert="horz" wrap="square" lIns="0" tIns="0" rIns="0" bIns="0" rtlCol="0" anchor="t" anchorCtr="0"/>
          <a:lstStyle>
            <a:lvl1pPr algn="r">
              <a:defRPr lang="de-DE" sz="1000" smtClean="0">
                <a:solidFill>
                  <a:schemeClr val="bg2"/>
                </a:solidFill>
                <a:latin typeface="+mn-lt"/>
              </a:defRPr>
            </a:lvl1pPr>
          </a:lstStyle>
          <a:p>
            <a:fld id="{567B3B95-3F62-486B-BCAC-65A3E0C70857}" type="slidenum">
              <a:rPr lang="de-DE" smtClean="0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48881990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defTabSz="457130" rtl="0" eaLnBrk="0" fontAlgn="base" hangingPunct="0">
      <a:spcBef>
        <a:spcPts val="200"/>
      </a:spcBef>
      <a:spcAft>
        <a:spcPts val="200"/>
      </a:spcAft>
      <a:defRPr sz="1600" kern="1200">
        <a:solidFill>
          <a:schemeClr val="tx1"/>
        </a:solidFill>
        <a:latin typeface="+mn-lt"/>
        <a:ea typeface="ＭＳ Ｐゴシック" pitchFamily="-84" charset="-128"/>
        <a:cs typeface="ＭＳ Ｐゴシック" charset="0"/>
      </a:defRPr>
    </a:lvl1pPr>
    <a:lvl2pPr marL="180000" indent="-180000" algn="l" defTabSz="457130" rtl="0" eaLnBrk="0" fontAlgn="base" hangingPunct="0">
      <a:spcBef>
        <a:spcPts val="200"/>
      </a:spcBef>
      <a:spcAft>
        <a:spcPts val="200"/>
      </a:spcAft>
      <a:buClr>
        <a:srgbClr val="FF0000"/>
      </a:buClr>
      <a:buSzPct val="90000"/>
      <a:buFont typeface="Wingdings" pitchFamily="2" charset="2"/>
      <a:buChar char="§"/>
      <a:defRPr sz="1600" kern="1200">
        <a:solidFill>
          <a:schemeClr val="tx1"/>
        </a:solidFill>
        <a:latin typeface="+mn-lt"/>
        <a:ea typeface="ＭＳ Ｐゴシック" pitchFamily="-84" charset="-128"/>
        <a:cs typeface="+mn-cs"/>
      </a:defRPr>
    </a:lvl2pPr>
    <a:lvl3pPr marL="360000" indent="-180000" algn="l" defTabSz="457130" rtl="0" eaLnBrk="0" fontAlgn="base" hangingPunct="0">
      <a:spcBef>
        <a:spcPts val="200"/>
      </a:spcBef>
      <a:spcAft>
        <a:spcPts val="200"/>
      </a:spcAft>
      <a:buClr>
        <a:srgbClr val="FF0000"/>
      </a:buClr>
      <a:buSzPct val="90000"/>
      <a:buFont typeface="Wingdings" pitchFamily="2" charset="2"/>
      <a:buChar char="§"/>
      <a:defRPr sz="1600" kern="1200">
        <a:solidFill>
          <a:schemeClr val="tx1"/>
        </a:solidFill>
        <a:latin typeface="+mn-lt"/>
        <a:ea typeface="ＭＳ Ｐゴシック" pitchFamily="-84" charset="-128"/>
        <a:cs typeface="+mn-cs"/>
      </a:defRPr>
    </a:lvl3pPr>
    <a:lvl4pPr marL="540000" indent="-180000" algn="l" defTabSz="457130" rtl="0" eaLnBrk="0" fontAlgn="base" hangingPunct="0">
      <a:spcBef>
        <a:spcPts val="200"/>
      </a:spcBef>
      <a:spcAft>
        <a:spcPts val="200"/>
      </a:spcAft>
      <a:buClr>
        <a:srgbClr val="FF0000"/>
      </a:buClr>
      <a:buSzPct val="90000"/>
      <a:buFont typeface="Wingdings" pitchFamily="2" charset="2"/>
      <a:buChar char="§"/>
      <a:defRPr sz="1600" b="0" kern="1200">
        <a:solidFill>
          <a:schemeClr val="tx1"/>
        </a:solidFill>
        <a:latin typeface="+mn-lt"/>
        <a:ea typeface="ＭＳ Ｐゴシック" pitchFamily="-84" charset="-128"/>
        <a:cs typeface="+mn-cs"/>
      </a:defRPr>
    </a:lvl4pPr>
    <a:lvl5pPr marL="270000" indent="-270000" algn="l" defTabSz="457130" rtl="0" eaLnBrk="0" fontAlgn="base" hangingPunct="0">
      <a:spcBef>
        <a:spcPts val="200"/>
      </a:spcBef>
      <a:spcAft>
        <a:spcPts val="200"/>
      </a:spcAft>
      <a:buClr>
        <a:srgbClr val="FF0000"/>
      </a:buClr>
      <a:buSzPct val="90000"/>
      <a:buFont typeface="+mj-lt"/>
      <a:buAutoNum type="arabicPeriod"/>
      <a:defRPr sz="1600" b="0" kern="1200">
        <a:solidFill>
          <a:schemeClr val="tx1"/>
        </a:solidFill>
        <a:latin typeface="+mn-lt"/>
        <a:ea typeface="ＭＳ Ｐゴシック" pitchFamily="-84" charset="-128"/>
        <a:cs typeface="+mn-cs"/>
      </a:defRPr>
    </a:lvl5pPr>
    <a:lvl6pPr marL="450850" indent="-180000" algn="l" defTabSz="457130" rtl="0" eaLnBrk="1" latinLnBrk="0" hangingPunct="1">
      <a:spcBef>
        <a:spcPts val="200"/>
      </a:spcBef>
      <a:spcAft>
        <a:spcPts val="200"/>
      </a:spcAft>
      <a:buClr>
        <a:schemeClr val="accent2"/>
      </a:buClr>
      <a:buFont typeface="+mj-lt"/>
      <a:buAutoNum type="alphaLcPeriod"/>
      <a:defRPr sz="1600" b="0" kern="1200">
        <a:solidFill>
          <a:schemeClr val="tx1"/>
        </a:solidFill>
        <a:latin typeface="+mn-lt"/>
        <a:ea typeface="+mn-ea"/>
        <a:cs typeface="+mn-cs"/>
      </a:defRPr>
    </a:lvl6pPr>
    <a:lvl7pPr marL="0" indent="0" algn="l" defTabSz="457130" rtl="0" eaLnBrk="1" latinLnBrk="0" hangingPunct="1">
      <a:spcBef>
        <a:spcPts val="200"/>
      </a:spcBef>
      <a:spcAft>
        <a:spcPts val="200"/>
      </a:spcAft>
      <a:defRPr sz="2000" b="1" kern="1200">
        <a:solidFill>
          <a:schemeClr val="accent2"/>
        </a:solidFill>
        <a:latin typeface="+mn-lt"/>
        <a:ea typeface="+mn-ea"/>
        <a:cs typeface="+mn-cs"/>
      </a:defRPr>
    </a:lvl7pPr>
    <a:lvl8pPr marL="0" indent="0" algn="l" defTabSz="457130" rtl="0" eaLnBrk="1" latinLnBrk="0" hangingPunct="1">
      <a:spcBef>
        <a:spcPts val="200"/>
      </a:spcBef>
      <a:spcAft>
        <a:spcPts val="200"/>
      </a:spcAft>
      <a:defRPr sz="1100" b="0" kern="1200">
        <a:solidFill>
          <a:schemeClr val="tx2"/>
        </a:solidFill>
        <a:latin typeface="+mn-lt"/>
        <a:ea typeface="+mn-ea"/>
        <a:cs typeface="+mn-cs"/>
      </a:defRPr>
    </a:lvl8pPr>
    <a:lvl9pPr marL="0" indent="0" algn="l" defTabSz="457130" rtl="0" eaLnBrk="1" latinLnBrk="0" hangingPunct="1">
      <a:spcBef>
        <a:spcPts val="200"/>
      </a:spcBef>
      <a:spcAft>
        <a:spcPts val="200"/>
      </a:spcAft>
      <a:defRPr sz="1100" b="0" kern="1200">
        <a:solidFill>
          <a:schemeClr val="tx2"/>
        </a:solidFill>
        <a:latin typeface="+mn-lt"/>
        <a:ea typeface="+mn-ea"/>
        <a:cs typeface="+mn-cs"/>
      </a:defRPr>
    </a:lvl9pPr>
  </p:notesStyle>
  <p:extLst mod="1">
    <p:ext uri="{620B2872-D7B9-4A21-9093-7833F8D536E1}">
      <p15:sldGuideLst xmlns:p15="http://schemas.microsoft.com/office/powerpoint/2012/main">
        <p15:guide id="1" orient="horz" pos="2391" userDrawn="1">
          <p15:clr>
            <a:srgbClr val="F26B43"/>
          </p15:clr>
        </p15:guide>
        <p15:guide id="2" pos="2093" userDrawn="1">
          <p15:clr>
            <a:srgbClr val="F26B43"/>
          </p15:clr>
        </p15:guide>
      </p15:sldGuideLst>
    </p:ext>
  </p:extLst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5553677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1874084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2309576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r>
              <a:rPr lang="de-DE" dirty="0" smtClean="0"/>
              <a:t>US-</a:t>
            </a:r>
            <a:r>
              <a:rPr lang="de-DE" dirty="0" err="1" smtClean="0"/>
              <a:t>Welding</a:t>
            </a:r>
            <a:endParaRPr lang="de-DE" dirty="0" smtClean="0"/>
          </a:p>
          <a:p>
            <a:pPr marL="285750" indent="-285750">
              <a:buFontTx/>
              <a:buChar char="-"/>
            </a:pPr>
            <a:r>
              <a:rPr lang="de-DE" dirty="0" err="1" smtClean="0"/>
              <a:t>Mechanical</a:t>
            </a:r>
            <a:r>
              <a:rPr lang="de-DE" dirty="0" smtClean="0"/>
              <a:t> </a:t>
            </a:r>
            <a:r>
              <a:rPr lang="de-DE" dirty="0" err="1" smtClean="0"/>
              <a:t>vibrations</a:t>
            </a:r>
            <a:r>
              <a:rPr lang="de-DE" dirty="0" smtClean="0"/>
              <a:t> </a:t>
            </a:r>
            <a:r>
              <a:rPr lang="de-DE" dirty="0" err="1" smtClean="0"/>
              <a:t>transfer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kinetic</a:t>
            </a:r>
            <a:r>
              <a:rPr lang="de-DE" dirty="0" smtClean="0"/>
              <a:t> </a:t>
            </a:r>
            <a:r>
              <a:rPr lang="de-DE" dirty="0" err="1" smtClean="0"/>
              <a:t>energy</a:t>
            </a:r>
            <a:r>
              <a:rPr lang="de-DE" dirty="0" smtClean="0"/>
              <a:t> </a:t>
            </a:r>
            <a:r>
              <a:rPr lang="de-DE" dirty="0" err="1" smtClean="0"/>
              <a:t>into</a:t>
            </a:r>
            <a:r>
              <a:rPr lang="de-DE" dirty="0" smtClean="0"/>
              <a:t> a </a:t>
            </a:r>
            <a:r>
              <a:rPr lang="de-DE" dirty="0" err="1" smtClean="0"/>
              <a:t>part</a:t>
            </a:r>
            <a:endParaRPr lang="de-DE" dirty="0" smtClean="0"/>
          </a:p>
          <a:p>
            <a:pPr marL="285750" indent="-285750">
              <a:buFontTx/>
              <a:buChar char="-"/>
            </a:pPr>
            <a:r>
              <a:rPr lang="de-DE" dirty="0" smtClean="0"/>
              <a:t>This </a:t>
            </a:r>
            <a:r>
              <a:rPr lang="de-DE" dirty="0" err="1" smtClean="0"/>
              <a:t>energy</a:t>
            </a:r>
            <a:r>
              <a:rPr lang="de-DE" dirty="0" smtClean="0"/>
              <a:t> </a:t>
            </a:r>
            <a:r>
              <a:rPr lang="de-DE" dirty="0" err="1" smtClean="0"/>
              <a:t>is</a:t>
            </a:r>
            <a:r>
              <a:rPr lang="de-DE" dirty="0" smtClean="0"/>
              <a:t> </a:t>
            </a:r>
            <a:r>
              <a:rPr lang="de-DE" dirty="0" err="1" smtClean="0"/>
              <a:t>transformed</a:t>
            </a:r>
            <a:r>
              <a:rPr lang="de-DE" dirty="0" smtClean="0"/>
              <a:t> in </a:t>
            </a:r>
            <a:r>
              <a:rPr lang="de-DE" dirty="0" err="1" smtClean="0"/>
              <a:t>heat</a:t>
            </a:r>
            <a:r>
              <a:rPr lang="de-DE" dirty="0" smtClean="0"/>
              <a:t> </a:t>
            </a:r>
            <a:r>
              <a:rPr lang="de-DE" dirty="0" err="1" smtClean="0"/>
              <a:t>by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surface</a:t>
            </a:r>
            <a:r>
              <a:rPr lang="de-DE" dirty="0" smtClean="0"/>
              <a:t> </a:t>
            </a:r>
            <a:r>
              <a:rPr lang="de-DE" dirty="0" err="1" smtClean="0"/>
              <a:t>friction</a:t>
            </a:r>
            <a:endParaRPr lang="de-DE" dirty="0" smtClean="0"/>
          </a:p>
          <a:p>
            <a:pPr marL="285750" indent="-285750">
              <a:buFontTx/>
              <a:buChar char="-"/>
            </a:pPr>
            <a:r>
              <a:rPr lang="de-DE" dirty="0" smtClean="0"/>
              <a:t>The material </a:t>
            </a:r>
            <a:r>
              <a:rPr lang="de-DE" dirty="0" err="1" smtClean="0"/>
              <a:t>starts</a:t>
            </a:r>
            <a:r>
              <a:rPr lang="de-DE" dirty="0" smtClean="0"/>
              <a:t>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melt</a:t>
            </a:r>
            <a:endParaRPr lang="de-DE" dirty="0" smtClean="0"/>
          </a:p>
          <a:p>
            <a:pPr marL="285750" indent="-285750">
              <a:buFontTx/>
              <a:buChar char="-"/>
            </a:pPr>
            <a:r>
              <a:rPr lang="de-DE" dirty="0" smtClean="0"/>
              <a:t>The material </a:t>
            </a:r>
            <a:r>
              <a:rPr lang="de-DE" dirty="0" err="1" smtClean="0"/>
              <a:t>is</a:t>
            </a:r>
            <a:r>
              <a:rPr lang="de-DE" dirty="0" smtClean="0"/>
              <a:t> </a:t>
            </a:r>
            <a:r>
              <a:rPr lang="de-DE" dirty="0" err="1" smtClean="0"/>
              <a:t>compressed</a:t>
            </a:r>
            <a:r>
              <a:rPr lang="de-DE" dirty="0" smtClean="0"/>
              <a:t> </a:t>
            </a:r>
            <a:r>
              <a:rPr lang="de-DE" dirty="0" err="1" smtClean="0"/>
              <a:t>by</a:t>
            </a:r>
            <a:r>
              <a:rPr lang="de-DE" dirty="0" smtClean="0"/>
              <a:t> a </a:t>
            </a:r>
            <a:r>
              <a:rPr lang="de-DE" dirty="0" err="1" smtClean="0"/>
              <a:t>mechaniical</a:t>
            </a:r>
            <a:r>
              <a:rPr lang="de-DE" dirty="0" smtClean="0"/>
              <a:t> </a:t>
            </a:r>
            <a:r>
              <a:rPr lang="de-DE" dirty="0" err="1" smtClean="0"/>
              <a:t>force</a:t>
            </a:r>
            <a:r>
              <a:rPr lang="de-DE" dirty="0" smtClean="0"/>
              <a:t> (parallel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melting</a:t>
            </a:r>
            <a:r>
              <a:rPr lang="de-DE" dirty="0" smtClean="0"/>
              <a:t>)</a:t>
            </a:r>
          </a:p>
          <a:p>
            <a:pPr marL="285750" indent="-285750">
              <a:buFontTx/>
              <a:buChar char="-"/>
            </a:pPr>
            <a:r>
              <a:rPr lang="de-DE" dirty="0" smtClean="0"/>
              <a:t>A </a:t>
            </a:r>
            <a:r>
              <a:rPr lang="de-DE" dirty="0" err="1" smtClean="0"/>
              <a:t>new</a:t>
            </a:r>
            <a:r>
              <a:rPr lang="de-DE" dirty="0" smtClean="0"/>
              <a:t> </a:t>
            </a:r>
            <a:r>
              <a:rPr lang="de-DE" dirty="0" err="1" smtClean="0"/>
              <a:t>homogeneous</a:t>
            </a:r>
            <a:r>
              <a:rPr lang="de-DE" dirty="0" smtClean="0"/>
              <a:t> </a:t>
            </a:r>
            <a:r>
              <a:rPr lang="de-DE" dirty="0" err="1" smtClean="0"/>
              <a:t>connection</a:t>
            </a:r>
            <a:r>
              <a:rPr lang="de-DE" dirty="0" smtClean="0"/>
              <a:t> </a:t>
            </a:r>
            <a:r>
              <a:rPr lang="de-DE" dirty="0" err="1" smtClean="0"/>
              <a:t>is</a:t>
            </a:r>
            <a:r>
              <a:rPr lang="de-DE" dirty="0" smtClean="0"/>
              <a:t> </a:t>
            </a:r>
            <a:r>
              <a:rPr lang="de-DE" dirty="0" err="1" smtClean="0"/>
              <a:t>created</a:t>
            </a:r>
            <a:endParaRPr lang="de-DE" dirty="0" smtClean="0"/>
          </a:p>
          <a:p>
            <a:endParaRPr lang="de-DE" dirty="0" smtClean="0"/>
          </a:p>
          <a:p>
            <a:r>
              <a:rPr lang="de-DE" dirty="0" smtClean="0"/>
              <a:t>Sonotrode:</a:t>
            </a:r>
          </a:p>
          <a:p>
            <a:pPr marL="285750" indent="-285750">
              <a:buFontTx/>
              <a:buChar char="-"/>
            </a:pPr>
            <a:r>
              <a:rPr lang="de-DE" dirty="0" err="1" smtClean="0"/>
              <a:t>is</a:t>
            </a:r>
            <a:r>
              <a:rPr lang="de-DE" dirty="0" smtClean="0"/>
              <a:t> in </a:t>
            </a:r>
            <a:r>
              <a:rPr lang="de-DE" dirty="0" err="1" smtClean="0"/>
              <a:t>contact</a:t>
            </a:r>
            <a:r>
              <a:rPr lang="de-DE" dirty="0" smtClean="0"/>
              <a:t> </a:t>
            </a:r>
            <a:r>
              <a:rPr lang="de-DE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welding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part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dirty="0" err="1" smtClean="0"/>
              <a:t>has</a:t>
            </a:r>
            <a:r>
              <a:rPr lang="de-DE" dirty="0" smtClean="0"/>
              <a:t> </a:t>
            </a:r>
            <a:r>
              <a:rPr lang="de-DE" dirty="0" err="1" smtClean="0"/>
              <a:t>many</a:t>
            </a:r>
            <a:r>
              <a:rPr lang="de-DE" dirty="0" smtClean="0"/>
              <a:t> </a:t>
            </a:r>
            <a:r>
              <a:rPr lang="de-DE" dirty="0" err="1" smtClean="0"/>
              <a:t>vibrating</a:t>
            </a:r>
            <a:r>
              <a:rPr lang="de-DE" dirty="0" smtClean="0"/>
              <a:t> </a:t>
            </a:r>
            <a:r>
              <a:rPr lang="de-DE" dirty="0" err="1" smtClean="0"/>
              <a:t>modes</a:t>
            </a:r>
            <a:r>
              <a:rPr lang="de-DE" dirty="0" smtClean="0"/>
              <a:t> (</a:t>
            </a:r>
            <a:r>
              <a:rPr lang="de-DE" dirty="0" err="1" smtClean="0"/>
              <a:t>each</a:t>
            </a:r>
            <a:r>
              <a:rPr lang="de-DE" dirty="0" smtClean="0"/>
              <a:t>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has</a:t>
            </a:r>
            <a:r>
              <a:rPr lang="de-DE" dirty="0" smtClean="0"/>
              <a:t> a </a:t>
            </a:r>
            <a:r>
              <a:rPr lang="de-DE" dirty="0" err="1" smtClean="0"/>
              <a:t>eigenfrequency</a:t>
            </a:r>
            <a:r>
              <a:rPr lang="de-DE" dirty="0" smtClean="0"/>
              <a:t> </a:t>
            </a:r>
            <a:r>
              <a:rPr lang="de-DE" dirty="0" err="1" smtClean="0"/>
              <a:t>and</a:t>
            </a:r>
            <a:r>
              <a:rPr lang="de-DE" dirty="0" smtClean="0"/>
              <a:t> a </a:t>
            </a:r>
            <a:r>
              <a:rPr lang="de-DE" dirty="0" err="1" smtClean="0"/>
              <a:t>eigenshape</a:t>
            </a:r>
            <a:r>
              <a:rPr lang="de-DE" dirty="0" smtClean="0"/>
              <a:t>)</a:t>
            </a:r>
          </a:p>
          <a:p>
            <a:pPr marL="285750" indent="-285750">
              <a:buFontTx/>
              <a:buChar char="-"/>
            </a:pPr>
            <a:r>
              <a:rPr lang="de-DE" dirty="0" smtClean="0"/>
              <a:t>longitudinal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used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smtClean="0"/>
              <a:t>Simulation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FEM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software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ANSYS</a:t>
            </a:r>
            <a:r>
              <a:rPr lang="de-DE" baseline="0" dirty="0" smtClean="0"/>
              <a:t>)</a:t>
            </a:r>
            <a:endParaRPr lang="de-DE" dirty="0" smtClean="0"/>
          </a:p>
          <a:p>
            <a:endParaRPr lang="de-DE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baseline="0" dirty="0" err="1" smtClean="0"/>
              <a:t>Requirements</a:t>
            </a:r>
            <a:endParaRPr lang="de-DE" baseline="0" dirty="0" smtClean="0"/>
          </a:p>
          <a:p>
            <a:pPr marL="465750" lvl="1" indent="-285750">
              <a:buFont typeface="Arial" panose="020B0604020202020204" pitchFamily="34" charset="0"/>
              <a:buChar char="•"/>
            </a:pPr>
            <a:r>
              <a:rPr lang="de-DE" baseline="0" dirty="0" smtClean="0"/>
              <a:t>Longitudinal </a:t>
            </a:r>
            <a:r>
              <a:rPr lang="de-DE" baseline="0" dirty="0" err="1" smtClean="0"/>
              <a:t>mode‘s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frequency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should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close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20 kHz (</a:t>
            </a:r>
            <a:r>
              <a:rPr lang="de-DE" baseline="0" dirty="0" err="1" smtClean="0"/>
              <a:t>driving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frequency</a:t>
            </a:r>
            <a:r>
              <a:rPr lang="de-DE" baseline="0" dirty="0" smtClean="0"/>
              <a:t>)</a:t>
            </a:r>
          </a:p>
          <a:p>
            <a:pPr marL="465750" lvl="1" indent="-285750">
              <a:buFont typeface="Arial" panose="020B0604020202020204" pitchFamily="34" charset="0"/>
              <a:buChar char="•"/>
            </a:pPr>
            <a:r>
              <a:rPr lang="de-DE" baseline="0" dirty="0" smtClean="0"/>
              <a:t>Longitudinal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should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isolated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from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other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modes</a:t>
            </a:r>
            <a:endParaRPr lang="de-DE" baseline="0" dirty="0" smtClean="0"/>
          </a:p>
          <a:p>
            <a:pPr marL="465750" lvl="1" indent="-285750">
              <a:buFont typeface="Arial" panose="020B0604020202020204" pitchFamily="34" charset="0"/>
              <a:buChar char="•"/>
            </a:pPr>
            <a:r>
              <a:rPr lang="de-DE" baseline="0" dirty="0" smtClean="0"/>
              <a:t>Longitudinal </a:t>
            </a:r>
            <a:r>
              <a:rPr lang="de-DE" baseline="0" dirty="0" err="1" smtClean="0"/>
              <a:t>mode‘s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should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as</a:t>
            </a:r>
            <a:r>
              <a:rPr lang="de-DE" baseline="0" dirty="0" smtClean="0"/>
              <a:t> uniform </a:t>
            </a:r>
            <a:r>
              <a:rPr lang="de-DE" baseline="0" dirty="0" err="1" smtClean="0"/>
              <a:t>as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possible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over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welding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surface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8331524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Goal of this project</a:t>
            </a:r>
            <a:r>
              <a:rPr lang="en-US" sz="1600" kern="1200" baseline="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 was</a:t>
            </a:r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 to predict the results of FEM simulations (modal properties) without running them</a:t>
            </a:r>
          </a:p>
          <a:p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Simulations of complex geometries are computer-intensive</a:t>
            </a:r>
            <a:r>
              <a:rPr lang="en-US" sz="1600" kern="1200" baseline="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 </a:t>
            </a:r>
            <a:r>
              <a:rPr lang="en-US" sz="1600" kern="1200" baseline="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  <a:sym typeface="Wingdings" panose="05000000000000000000" pitchFamily="2" charset="2"/>
              </a:rPr>
              <a:t> </a:t>
            </a:r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one iteration can take up to an hour</a:t>
            </a:r>
          </a:p>
          <a:p>
            <a:endParaRPr lang="de-DE" dirty="0" smtClean="0"/>
          </a:p>
          <a:p>
            <a:r>
              <a:rPr lang="de-DE" dirty="0" err="1" smtClean="0"/>
              <a:t>FEM</a:t>
            </a:r>
            <a:r>
              <a:rPr lang="de-DE" dirty="0" smtClean="0"/>
              <a:t> </a:t>
            </a:r>
            <a:r>
              <a:rPr lang="de-DE" dirty="0" err="1" smtClean="0"/>
              <a:t>results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splitted</a:t>
            </a:r>
            <a:r>
              <a:rPr lang="de-DE" baseline="0" dirty="0" smtClean="0"/>
              <a:t> in 3 </a:t>
            </a:r>
            <a:r>
              <a:rPr lang="de-DE" baseline="0" dirty="0" err="1" smtClean="0"/>
              <a:t>subgoals</a:t>
            </a:r>
            <a:r>
              <a:rPr lang="de-DE" baseline="0" dirty="0" smtClean="0"/>
              <a:t> (different </a:t>
            </a:r>
            <a:r>
              <a:rPr lang="de-DE" baseline="0" dirty="0" err="1" smtClean="0"/>
              <a:t>target</a:t>
            </a:r>
            <a:r>
              <a:rPr lang="de-DE" baseline="0" dirty="0" smtClean="0"/>
              <a:t> variables)</a:t>
            </a:r>
          </a:p>
          <a:p>
            <a:pPr lvl="0"/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- Prediction of the longitudinal mode’s frequency (or “long. frequency”)</a:t>
            </a:r>
            <a:endParaRPr lang="de-DE" sz="1600" kern="1200" dirty="0" smtClean="0">
              <a:solidFill>
                <a:schemeClr val="tx1"/>
              </a:solidFill>
              <a:effectLst/>
              <a:latin typeface="+mn-lt"/>
              <a:ea typeface="ＭＳ Ｐゴシック" pitchFamily="-84" charset="-128"/>
              <a:cs typeface="ＭＳ Ｐゴシック" charset="0"/>
            </a:endParaRPr>
          </a:p>
          <a:p>
            <a:pPr lvl="0"/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- Prediction of the frequency of all other modes:</a:t>
            </a:r>
            <a:r>
              <a:rPr lang="en-US" sz="1600" kern="1200" baseline="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 Focus near </a:t>
            </a:r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the longitudinal mode (ex: 5 modes below and 5 modes above). </a:t>
            </a:r>
            <a:endParaRPr lang="de-DE" sz="1600" kern="1200" dirty="0" smtClean="0">
              <a:solidFill>
                <a:schemeClr val="tx1"/>
              </a:solidFill>
              <a:effectLst/>
              <a:latin typeface="+mn-lt"/>
              <a:ea typeface="ＭＳ Ｐゴシック" pitchFamily="-84" charset="-128"/>
              <a:cs typeface="ＭＳ Ｐゴシック" charset="0"/>
            </a:endParaRPr>
          </a:p>
          <a:p>
            <a:pPr lvl="0"/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- Prediction of the uniformity of the displacements (as a number),</a:t>
            </a:r>
            <a:r>
              <a:rPr lang="en-US" sz="1600" kern="1200" baseline="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 instead of all displacement values</a:t>
            </a:r>
            <a:endParaRPr lang="de-DE" sz="1600" kern="1200" dirty="0" smtClean="0">
              <a:solidFill>
                <a:schemeClr val="tx1"/>
              </a:solidFill>
              <a:effectLst/>
              <a:latin typeface="+mn-lt"/>
              <a:ea typeface="ＭＳ Ｐゴシック" pitchFamily="-84" charset="-128"/>
              <a:cs typeface="ＭＳ Ｐゴシック" charset="0"/>
            </a:endParaRPr>
          </a:p>
          <a:p>
            <a:endParaRPr lang="de-DE" baseline="0" dirty="0" smtClean="0"/>
          </a:p>
          <a:p>
            <a:r>
              <a:rPr lang="de-DE" baseline="0" dirty="0" err="1" smtClean="0"/>
              <a:t>Each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subgoal</a:t>
            </a:r>
            <a:r>
              <a:rPr lang="de-DE" baseline="0" dirty="0" smtClean="0"/>
              <a:t>:</a:t>
            </a:r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visualization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parameter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influences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modeling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result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interpretation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err="1" smtClean="0"/>
              <a:t>Geometry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described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by</a:t>
            </a:r>
            <a:r>
              <a:rPr lang="de-DE" baseline="0" dirty="0" smtClean="0"/>
              <a:t> 23 </a:t>
            </a:r>
            <a:r>
              <a:rPr lang="de-DE" baseline="0" dirty="0" err="1" smtClean="0"/>
              <a:t>parameters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dim_x</a:t>
            </a:r>
            <a:r>
              <a:rPr lang="de-DE" baseline="0" dirty="0" smtClean="0"/>
              <a:t> / </a:t>
            </a:r>
            <a:r>
              <a:rPr lang="de-DE" baseline="0" dirty="0" err="1" smtClean="0"/>
              <a:t>dim_z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welding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output</a:t>
            </a:r>
            <a:r>
              <a:rPr lang="de-DE" baseline="0" dirty="0" smtClean="0"/>
              <a:t>) </a:t>
            </a:r>
            <a:r>
              <a:rPr lang="de-DE" baseline="0" dirty="0" err="1" smtClean="0"/>
              <a:t>surface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usually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fixed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welding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part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dim_y</a:t>
            </a:r>
            <a:r>
              <a:rPr lang="de-DE" baseline="0" dirty="0" smtClean="0"/>
              <a:t>: </a:t>
            </a:r>
            <a:r>
              <a:rPr lang="de-DE" baseline="0" dirty="0" err="1" smtClean="0"/>
              <a:t>oscillation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length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important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feature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tune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longitudinal </a:t>
            </a:r>
            <a:r>
              <a:rPr lang="de-DE" baseline="0" dirty="0" err="1" smtClean="0"/>
              <a:t>frequency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here</a:t>
            </a:r>
            <a:r>
              <a:rPr lang="de-DE" baseline="0" dirty="0" smtClean="0"/>
              <a:t>: 4 </a:t>
            </a:r>
            <a:r>
              <a:rPr lang="de-DE" baseline="0" dirty="0" err="1" smtClean="0"/>
              <a:t>slots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2 </a:t>
            </a:r>
            <a:r>
              <a:rPr lang="de-DE" baseline="0" dirty="0" err="1" smtClean="0"/>
              <a:t>slots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both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directions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other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dimensions</a:t>
            </a:r>
            <a:r>
              <a:rPr lang="de-DE" baseline="0" dirty="0" smtClean="0"/>
              <a:t>: </a:t>
            </a:r>
            <a:r>
              <a:rPr lang="de-DE" baseline="0" dirty="0" err="1" smtClean="0"/>
              <a:t>free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used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optimize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modal </a:t>
            </a:r>
            <a:r>
              <a:rPr lang="de-DE" baseline="0" dirty="0" err="1" smtClean="0"/>
              <a:t>properties</a:t>
            </a:r>
            <a:endParaRPr lang="de-DE" dirty="0" smtClean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1547866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err="1" smtClean="0"/>
              <a:t>Before</a:t>
            </a:r>
            <a:r>
              <a:rPr lang="de-DE" dirty="0" smtClean="0"/>
              <a:t> </a:t>
            </a:r>
            <a:r>
              <a:rPr lang="de-DE" dirty="0" err="1" smtClean="0"/>
              <a:t>we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take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look</a:t>
            </a:r>
            <a:r>
              <a:rPr lang="de-DE" baseline="0" dirty="0" smtClean="0"/>
              <a:t> on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dataset</a:t>
            </a:r>
            <a:r>
              <a:rPr lang="de-DE" baseline="0" dirty="0" smtClean="0"/>
              <a:t>, I </a:t>
            </a:r>
            <a:r>
              <a:rPr lang="de-DE" baseline="0" dirty="0" err="1" smtClean="0"/>
              <a:t>present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right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away</a:t>
            </a:r>
            <a:r>
              <a:rPr lang="de-DE" baseline="0" dirty="0" smtClean="0"/>
              <a:t> 2 </a:t>
            </a:r>
            <a:r>
              <a:rPr lang="de-DE" baseline="0" dirty="0" err="1" smtClean="0"/>
              <a:t>important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notions</a:t>
            </a:r>
            <a:r>
              <a:rPr lang="de-DE" baseline="0" dirty="0" smtClean="0"/>
              <a:t>:</a:t>
            </a:r>
            <a:endParaRPr lang="de-DE" dirty="0" smtClean="0"/>
          </a:p>
          <a:p>
            <a:pPr marL="285750" indent="-285750">
              <a:buFontTx/>
              <a:buChar char="-"/>
            </a:pPr>
            <a:r>
              <a:rPr lang="de-DE" dirty="0" err="1" smtClean="0"/>
              <a:t>the</a:t>
            </a:r>
            <a:r>
              <a:rPr lang="de-DE" dirty="0" smtClean="0"/>
              <a:t> MAC</a:t>
            </a:r>
            <a:r>
              <a:rPr lang="de-DE" baseline="0" dirty="0" smtClean="0"/>
              <a:t>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an </a:t>
            </a:r>
            <a:r>
              <a:rPr lang="de-DE" baseline="0" dirty="0" err="1" smtClean="0"/>
              <a:t>indicator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comparing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calculated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shapes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reference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shape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chosen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as</a:t>
            </a:r>
            <a:r>
              <a:rPr lang="de-DE" baseline="0" dirty="0" smtClean="0"/>
              <a:t> an ideal </a:t>
            </a:r>
            <a:r>
              <a:rPr lang="de-DE" baseline="0" dirty="0" err="1" smtClean="0"/>
              <a:t>long</a:t>
            </a:r>
            <a:r>
              <a:rPr lang="de-DE" baseline="0" dirty="0" smtClean="0"/>
              <a:t>.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shape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smtClean="0"/>
              <a:t>The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shapes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vectors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a matter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simplicity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we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take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only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nodes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located</a:t>
            </a:r>
            <a:r>
              <a:rPr lang="de-DE" baseline="0" dirty="0" smtClean="0"/>
              <a:t> at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input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output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surfaces</a:t>
            </a:r>
            <a:r>
              <a:rPr lang="de-DE" baseline="0" dirty="0" smtClean="0"/>
              <a:t>)</a:t>
            </a:r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the</a:t>
            </a:r>
            <a:r>
              <a:rPr lang="de-DE" baseline="0" dirty="0" smtClean="0"/>
              <a:t> MAC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bounded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between</a:t>
            </a:r>
            <a:r>
              <a:rPr lang="de-DE" baseline="0" dirty="0" smtClean="0"/>
              <a:t> 0 (</a:t>
            </a:r>
            <a:r>
              <a:rPr lang="de-DE" baseline="0" dirty="0" err="1" smtClean="0"/>
              <a:t>no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correspondance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long</a:t>
            </a:r>
            <a:r>
              <a:rPr lang="de-DE" baseline="0" dirty="0" smtClean="0"/>
              <a:t>.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shape</a:t>
            </a:r>
            <a:r>
              <a:rPr lang="de-DE" baseline="0" dirty="0" smtClean="0"/>
              <a:t>)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1 (</a:t>
            </a:r>
            <a:r>
              <a:rPr lang="de-DE" baseline="0" dirty="0" err="1" smtClean="0"/>
              <a:t>equals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longitudinal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shape</a:t>
            </a:r>
            <a:r>
              <a:rPr lang="de-DE" baseline="0" dirty="0" smtClean="0"/>
              <a:t>)</a:t>
            </a:r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the</a:t>
            </a:r>
            <a:r>
              <a:rPr lang="de-DE" baseline="0" dirty="0" smtClean="0"/>
              <a:t> MAC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directly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calculated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FEM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program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when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simulation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complete</a:t>
            </a:r>
            <a:endParaRPr lang="de-DE" dirty="0" smtClean="0"/>
          </a:p>
          <a:p>
            <a:endParaRPr lang="de-DE" dirty="0" smtClean="0"/>
          </a:p>
          <a:p>
            <a:r>
              <a:rPr lang="de-DE" dirty="0" err="1" smtClean="0"/>
              <a:t>When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simulation</a:t>
            </a:r>
            <a:r>
              <a:rPr lang="de-DE" dirty="0" smtClean="0"/>
              <a:t> </a:t>
            </a:r>
            <a:r>
              <a:rPr lang="de-DE" dirty="0" err="1" smtClean="0"/>
              <a:t>is</a:t>
            </a:r>
            <a:r>
              <a:rPr lang="de-DE" dirty="0" smtClean="0"/>
              <a:t> </a:t>
            </a:r>
            <a:r>
              <a:rPr lang="de-DE" dirty="0" err="1" smtClean="0"/>
              <a:t>complete</a:t>
            </a:r>
            <a:r>
              <a:rPr lang="de-DE" dirty="0" smtClean="0"/>
              <a:t> </a:t>
            </a:r>
            <a:r>
              <a:rPr lang="de-DE" dirty="0" err="1" smtClean="0"/>
              <a:t>and´all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calculated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t</a:t>
            </a:r>
            <a:r>
              <a:rPr lang="de-DE" dirty="0" err="1" smtClean="0"/>
              <a:t>he</a:t>
            </a:r>
            <a:r>
              <a:rPr lang="de-DE" dirty="0" smtClean="0"/>
              <a:t> </a:t>
            </a:r>
            <a:r>
              <a:rPr lang="de-DE" dirty="0" err="1" smtClean="0"/>
              <a:t>long</a:t>
            </a:r>
            <a:r>
              <a:rPr lang="de-DE" dirty="0" smtClean="0"/>
              <a:t>.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is</a:t>
            </a:r>
            <a:r>
              <a:rPr lang="de-DE" dirty="0" smtClean="0"/>
              <a:t> </a:t>
            </a:r>
            <a:r>
              <a:rPr lang="de-DE" dirty="0" err="1" smtClean="0"/>
              <a:t>found</a:t>
            </a:r>
            <a:r>
              <a:rPr lang="de-DE" dirty="0" smtClean="0"/>
              <a:t> </a:t>
            </a:r>
            <a:r>
              <a:rPr lang="de-DE" dirty="0" err="1" smtClean="0"/>
              <a:t>by</a:t>
            </a:r>
            <a:r>
              <a:rPr lang="de-DE" dirty="0" smtClean="0"/>
              <a:t> </a:t>
            </a:r>
            <a:r>
              <a:rPr lang="de-DE" dirty="0" err="1" smtClean="0"/>
              <a:t>comparing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MAC </a:t>
            </a:r>
            <a:r>
              <a:rPr lang="de-DE" dirty="0" err="1" smtClean="0"/>
              <a:t>value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every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modes</a:t>
            </a:r>
            <a:r>
              <a:rPr lang="de-DE" baseline="0" dirty="0" smtClean="0"/>
              <a:t>.</a:t>
            </a:r>
          </a:p>
          <a:p>
            <a:r>
              <a:rPr lang="de-DE" baseline="0" dirty="0" smtClean="0"/>
              <a:t>The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highest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marked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long</a:t>
            </a:r>
            <a:r>
              <a:rPr lang="de-DE" baseline="0" dirty="0" smtClean="0"/>
              <a:t>.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. The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number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change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between</a:t>
            </a:r>
            <a:r>
              <a:rPr lang="de-DE" baseline="0" dirty="0" smtClean="0"/>
              <a:t> 2 geometries.</a:t>
            </a:r>
            <a:endParaRPr lang="de-DE" dirty="0" smtClean="0"/>
          </a:p>
          <a:p>
            <a:endParaRPr lang="de-DE" dirty="0" smtClean="0"/>
          </a:p>
          <a:p>
            <a:r>
              <a:rPr lang="de-DE" dirty="0" smtClean="0"/>
              <a:t>A design </a:t>
            </a:r>
            <a:r>
              <a:rPr lang="de-DE" dirty="0" err="1" smtClean="0"/>
              <a:t>point</a:t>
            </a:r>
            <a:r>
              <a:rPr lang="de-DE" dirty="0" smtClean="0"/>
              <a:t> </a:t>
            </a:r>
            <a:r>
              <a:rPr lang="de-DE" dirty="0" err="1" smtClean="0"/>
              <a:t>represents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unique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geometry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as</a:t>
            </a:r>
            <a:r>
              <a:rPr lang="de-DE" baseline="0" dirty="0" smtClean="0"/>
              <a:t> a 23-dimensional </a:t>
            </a:r>
            <a:r>
              <a:rPr lang="de-DE" baseline="0" dirty="0" err="1" smtClean="0"/>
              <a:t>vector</a:t>
            </a:r>
            <a:r>
              <a:rPr lang="de-DE" baseline="0" dirty="0" smtClean="0"/>
              <a:t>. </a:t>
            </a:r>
            <a:r>
              <a:rPr lang="de-DE" baseline="0" dirty="0" err="1" smtClean="0"/>
              <a:t>Before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start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project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DP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randomly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picked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inside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parameter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space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that</a:t>
            </a:r>
            <a:r>
              <a:rPr lang="de-DE" baseline="0" dirty="0" smtClean="0"/>
              <a:t> I </a:t>
            </a:r>
            <a:r>
              <a:rPr lang="de-DE" baseline="0" dirty="0" err="1" smtClean="0"/>
              <a:t>defined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keep</a:t>
            </a:r>
            <a:r>
              <a:rPr lang="de-DE" baseline="0" dirty="0" smtClean="0"/>
              <a:t> a valid sonotrode </a:t>
            </a:r>
            <a:r>
              <a:rPr lang="de-DE" baseline="0" dirty="0" err="1" smtClean="0"/>
              <a:t>geometry</a:t>
            </a:r>
            <a:r>
              <a:rPr lang="de-DE" baseline="0" dirty="0" smtClean="0"/>
              <a:t>.</a:t>
            </a:r>
          </a:p>
          <a:p>
            <a:r>
              <a:rPr lang="de-DE" baseline="0" dirty="0" err="1" smtClean="0"/>
              <a:t>There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about</a:t>
            </a:r>
            <a:r>
              <a:rPr lang="de-DE" baseline="0" dirty="0" smtClean="0"/>
              <a:t> 8000 </a:t>
            </a:r>
            <a:r>
              <a:rPr lang="de-DE" baseline="0" dirty="0" err="1" smtClean="0"/>
              <a:t>DP</a:t>
            </a:r>
            <a:r>
              <a:rPr lang="de-DE" baseline="0" dirty="0" smtClean="0"/>
              <a:t>. The </a:t>
            </a:r>
            <a:r>
              <a:rPr lang="de-DE" baseline="0" dirty="0" err="1" smtClean="0"/>
              <a:t>data</a:t>
            </a:r>
            <a:r>
              <a:rPr lang="de-DE" baseline="0" dirty="0" smtClean="0"/>
              <a:t> was </a:t>
            </a:r>
            <a:r>
              <a:rPr lang="de-DE" baseline="0" dirty="0" err="1" smtClean="0"/>
              <a:t>stored</a:t>
            </a:r>
            <a:r>
              <a:rPr lang="de-DE" baseline="0" dirty="0" smtClean="0"/>
              <a:t> in CSV </a:t>
            </a:r>
            <a:r>
              <a:rPr lang="de-DE" baseline="0" dirty="0" err="1" smtClean="0"/>
              <a:t>files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written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FEM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program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ANSYS</a:t>
            </a:r>
            <a:r>
              <a:rPr lang="de-DE" baseline="0" dirty="0" smtClean="0"/>
              <a:t>.</a:t>
            </a:r>
          </a:p>
          <a:p>
            <a:r>
              <a:rPr lang="de-DE" baseline="0" dirty="0" err="1" smtClean="0"/>
              <a:t>During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step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data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collection</a:t>
            </a:r>
            <a:r>
              <a:rPr lang="de-DE" baseline="0" dirty="0" smtClean="0"/>
              <a:t>, I </a:t>
            </a:r>
            <a:r>
              <a:rPr lang="de-DE" baseline="0" dirty="0" err="1" smtClean="0"/>
              <a:t>imported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24,000 CSV </a:t>
            </a:r>
            <a:r>
              <a:rPr lang="de-DE" baseline="0" dirty="0" err="1" smtClean="0"/>
              <a:t>files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into</a:t>
            </a:r>
            <a:r>
              <a:rPr lang="de-DE" baseline="0" dirty="0" smtClean="0"/>
              <a:t> 4 </a:t>
            </a:r>
            <a:r>
              <a:rPr lang="de-DE" baseline="0" dirty="0" err="1" smtClean="0"/>
              <a:t>dataframes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that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</a:t>
            </a:r>
            <a:r>
              <a:rPr lang="de-DE" baseline="0" dirty="0" smtClean="0"/>
              <a:t> will </a:t>
            </a:r>
            <a:r>
              <a:rPr lang="de-DE" baseline="0" dirty="0" err="1" smtClean="0"/>
              <a:t>see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streamlit</a:t>
            </a:r>
            <a:endParaRPr lang="de-DE" dirty="0" smtClean="0"/>
          </a:p>
          <a:p>
            <a:endParaRPr lang="de-DE" dirty="0" smtClean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5607085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smtClean="0"/>
              <a:t>* Exploration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data</a:t>
            </a:r>
            <a:endParaRPr lang="de-DE" dirty="0" smtClean="0"/>
          </a:p>
          <a:p>
            <a:r>
              <a:rPr lang="de-DE" dirty="0" smtClean="0"/>
              <a:t>4 </a:t>
            </a:r>
            <a:r>
              <a:rPr lang="de-DE" dirty="0" err="1" smtClean="0"/>
              <a:t>dataframes</a:t>
            </a:r>
            <a:r>
              <a:rPr lang="de-DE" dirty="0" smtClean="0"/>
              <a:t>:</a:t>
            </a:r>
          </a:p>
          <a:p>
            <a:pPr marL="0" indent="0">
              <a:buFontTx/>
              <a:buNone/>
            </a:pPr>
            <a:r>
              <a:rPr lang="de-DE" dirty="0" smtClean="0"/>
              <a:t>- </a:t>
            </a:r>
            <a:r>
              <a:rPr lang="de-DE" dirty="0" err="1" smtClean="0"/>
              <a:t>parameters</a:t>
            </a:r>
            <a:r>
              <a:rPr lang="de-DE" dirty="0" smtClean="0"/>
              <a:t> (3 </a:t>
            </a:r>
            <a:r>
              <a:rPr lang="de-DE" dirty="0" err="1" smtClean="0"/>
              <a:t>parts</a:t>
            </a:r>
            <a:r>
              <a:rPr lang="de-DE" dirty="0" smtClean="0"/>
              <a:t>)</a:t>
            </a:r>
          </a:p>
          <a:p>
            <a:pPr marL="0" indent="0">
              <a:buFontTx/>
              <a:buNone/>
            </a:pPr>
            <a:endParaRPr lang="de-DE" dirty="0" smtClean="0"/>
          </a:p>
          <a:p>
            <a:pPr marL="0" indent="0">
              <a:buFontTx/>
              <a:buNone/>
            </a:pPr>
            <a:r>
              <a:rPr lang="de-DE" dirty="0" smtClean="0"/>
              <a:t>(</a:t>
            </a:r>
            <a:r>
              <a:rPr lang="de-DE" dirty="0" err="1" smtClean="0"/>
              <a:t>columns</a:t>
            </a:r>
            <a:r>
              <a:rPr lang="de-DE" dirty="0" smtClean="0"/>
              <a:t>)</a:t>
            </a:r>
          </a:p>
          <a:p>
            <a:pPr marL="0" indent="0">
              <a:buFontTx/>
              <a:buNone/>
            </a:pPr>
            <a:r>
              <a:rPr lang="de-DE" dirty="0" err="1" smtClean="0"/>
              <a:t>1st</a:t>
            </a:r>
            <a:r>
              <a:rPr lang="de-DE" dirty="0" smtClean="0"/>
              <a:t> </a:t>
            </a:r>
            <a:r>
              <a:rPr lang="de-DE" dirty="0" err="1" smtClean="0"/>
              <a:t>part</a:t>
            </a:r>
            <a:r>
              <a:rPr lang="de-DE" dirty="0" smtClean="0"/>
              <a:t> </a:t>
            </a:r>
            <a:r>
              <a:rPr lang="de-DE" dirty="0" err="1" smtClean="0"/>
              <a:t>contains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geometric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parameters</a:t>
            </a: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dirty="0" err="1" smtClean="0"/>
              <a:t>next</a:t>
            </a:r>
            <a:r>
              <a:rPr lang="de-DE" dirty="0" smtClean="0"/>
              <a:t> </a:t>
            </a:r>
            <a:r>
              <a:rPr lang="de-DE" dirty="0" err="1" smtClean="0"/>
              <a:t>columns</a:t>
            </a:r>
            <a:r>
              <a:rPr lang="de-DE" dirty="0" smtClean="0"/>
              <a:t> </a:t>
            </a:r>
            <a:r>
              <a:rPr lang="de-DE" dirty="0" err="1" smtClean="0"/>
              <a:t>contain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identification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features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long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</a:t>
            </a: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err="1" smtClean="0"/>
              <a:t>lst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part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contains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additional </a:t>
            </a:r>
            <a:r>
              <a:rPr lang="de-DE" baseline="0" dirty="0" err="1" smtClean="0"/>
              <a:t>features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see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later</a:t>
            </a:r>
            <a:r>
              <a:rPr lang="de-DE" baseline="0" dirty="0" smtClean="0"/>
              <a:t>: </a:t>
            </a:r>
            <a:r>
              <a:rPr lang="de-DE" baseline="0" dirty="0" err="1" smtClean="0"/>
              <a:t>slot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class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uniformity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criterion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frequency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isolation</a:t>
            </a:r>
            <a:r>
              <a:rPr lang="de-DE" baseline="0" dirty="0" smtClean="0"/>
              <a:t>)</a:t>
            </a:r>
          </a:p>
          <a:p>
            <a:pPr marL="0" indent="0">
              <a:buFontTx/>
              <a:buNone/>
            </a:pP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smtClean="0"/>
              <a:t>(</a:t>
            </a:r>
            <a:r>
              <a:rPr lang="de-DE" baseline="0" dirty="0" err="1" smtClean="0"/>
              <a:t>rows</a:t>
            </a:r>
            <a:r>
              <a:rPr lang="de-DE" baseline="0" dirty="0" smtClean="0"/>
              <a:t>)</a:t>
            </a:r>
          </a:p>
          <a:p>
            <a:pPr marL="0" indent="0">
              <a:buFontTx/>
              <a:buNone/>
            </a:pPr>
            <a:r>
              <a:rPr lang="de-DE" baseline="0" dirty="0" err="1" smtClean="0"/>
              <a:t>DP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here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only</a:t>
            </a:r>
            <a:r>
              <a:rPr lang="de-DE" baseline="0" dirty="0" smtClean="0"/>
              <a:t> 100)</a:t>
            </a:r>
          </a:p>
          <a:p>
            <a:pPr marL="0" indent="0">
              <a:buFontTx/>
              <a:buNone/>
            </a:pP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smtClean="0"/>
              <a:t>- </a:t>
            </a:r>
            <a:r>
              <a:rPr lang="de-DE" dirty="0" err="1" smtClean="0"/>
              <a:t>modes</a:t>
            </a:r>
            <a:r>
              <a:rPr lang="de-DE" dirty="0" smtClean="0"/>
              <a:t>: all </a:t>
            </a:r>
            <a:r>
              <a:rPr lang="de-DE" dirty="0" err="1" smtClean="0"/>
              <a:t>combinations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DP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numbers</a:t>
            </a:r>
            <a:endParaRPr lang="de-DE" dirty="0" smtClean="0"/>
          </a:p>
          <a:p>
            <a:pPr marL="0" indent="0">
              <a:buFontTx/>
              <a:buNone/>
            </a:pPr>
            <a:r>
              <a:rPr lang="de-DE" dirty="0" smtClean="0"/>
              <a:t>Start </a:t>
            </a:r>
            <a:r>
              <a:rPr lang="de-DE" dirty="0" err="1" smtClean="0"/>
              <a:t>with</a:t>
            </a:r>
            <a:r>
              <a:rPr lang="de-DE" dirty="0" smtClean="0"/>
              <a:t> </a:t>
            </a:r>
            <a:r>
              <a:rPr lang="de-DE" dirty="0" err="1" smtClean="0"/>
              <a:t>DP</a:t>
            </a:r>
            <a:r>
              <a:rPr lang="de-DE" dirty="0" smtClean="0"/>
              <a:t> 1000, all </a:t>
            </a:r>
            <a:r>
              <a:rPr lang="de-DE" dirty="0" err="1" smtClean="0"/>
              <a:t>modes</a:t>
            </a:r>
            <a:r>
              <a:rPr lang="de-DE" dirty="0" smtClean="0"/>
              <a:t> at </a:t>
            </a:r>
            <a:r>
              <a:rPr lang="de-DE" dirty="0" err="1" smtClean="0"/>
              <a:t>positions</a:t>
            </a:r>
            <a:r>
              <a:rPr lang="de-DE" dirty="0" smtClean="0"/>
              <a:t> 25 </a:t>
            </a:r>
            <a:r>
              <a:rPr lang="de-DE" dirty="0" err="1" smtClean="0"/>
              <a:t>to</a:t>
            </a:r>
            <a:r>
              <a:rPr lang="de-DE" dirty="0" smtClean="0"/>
              <a:t> 100</a:t>
            </a:r>
          </a:p>
          <a:p>
            <a:pPr marL="0" indent="0">
              <a:buFontTx/>
              <a:buNone/>
            </a:pPr>
            <a:r>
              <a:rPr lang="de-DE" dirty="0" err="1" smtClean="0"/>
              <a:t>For</a:t>
            </a:r>
            <a:r>
              <a:rPr lang="de-DE" dirty="0" smtClean="0"/>
              <a:t> </a:t>
            </a:r>
            <a:r>
              <a:rPr lang="de-DE" dirty="0" err="1" smtClean="0"/>
              <a:t>each</a:t>
            </a:r>
            <a:r>
              <a:rPr lang="de-DE" dirty="0" smtClean="0"/>
              <a:t> </a:t>
            </a:r>
            <a:r>
              <a:rPr lang="de-DE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get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some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properties</a:t>
            </a:r>
            <a:r>
              <a:rPr lang="de-DE" baseline="0" dirty="0" smtClean="0"/>
              <a:t>: </a:t>
            </a:r>
            <a:r>
              <a:rPr lang="de-DE" baseline="0" dirty="0" err="1" smtClean="0"/>
              <a:t>frequency</a:t>
            </a:r>
            <a:r>
              <a:rPr lang="de-DE" baseline="0" dirty="0" smtClean="0"/>
              <a:t>, MAC</a:t>
            </a:r>
          </a:p>
          <a:p>
            <a:pPr marL="0" indent="0">
              <a:buFontTx/>
              <a:buNone/>
            </a:pPr>
            <a:r>
              <a:rPr lang="de-DE" baseline="0" dirty="0" smtClean="0"/>
              <a:t>The </a:t>
            </a:r>
            <a:r>
              <a:rPr lang="de-DE" baseline="0" dirty="0" err="1" smtClean="0"/>
              <a:t>FEM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already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determine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long</a:t>
            </a:r>
            <a:r>
              <a:rPr lang="de-DE" baseline="0" dirty="0" smtClean="0"/>
              <a:t>.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number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MAC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DP</a:t>
            </a:r>
            <a:r>
              <a:rPr lang="de-DE" baseline="0" dirty="0" smtClean="0"/>
              <a:t>, but </a:t>
            </a:r>
            <a:r>
              <a:rPr lang="de-DE" baseline="0" dirty="0" err="1" smtClean="0"/>
              <a:t>we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compare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MAC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other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modes</a:t>
            </a:r>
            <a:endParaRPr lang="de-DE" baseline="0" dirty="0" smtClean="0"/>
          </a:p>
          <a:p>
            <a:pPr marL="0" indent="0">
              <a:buFontTx/>
              <a:buNone/>
            </a:pPr>
            <a:endParaRPr lang="de-DE" dirty="0" smtClean="0"/>
          </a:p>
          <a:p>
            <a:pPr marL="0" indent="0">
              <a:buFontTx/>
              <a:buNone/>
            </a:pPr>
            <a:r>
              <a:rPr lang="de-DE" dirty="0" smtClean="0"/>
              <a:t>- </a:t>
            </a:r>
            <a:r>
              <a:rPr lang="de-DE" dirty="0" err="1" smtClean="0"/>
              <a:t>nodes</a:t>
            </a:r>
            <a:r>
              <a:rPr lang="de-DE" dirty="0" smtClean="0"/>
              <a:t>: all </a:t>
            </a:r>
            <a:r>
              <a:rPr lang="de-DE" dirty="0" err="1" smtClean="0"/>
              <a:t>combinations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DP</a:t>
            </a:r>
            <a:r>
              <a:rPr lang="de-DE" dirty="0" smtClean="0"/>
              <a:t> </a:t>
            </a:r>
            <a:r>
              <a:rPr lang="de-DE" dirty="0" err="1" smtClean="0"/>
              <a:t>and</a:t>
            </a:r>
            <a:r>
              <a:rPr lang="de-DE" dirty="0" smtClean="0"/>
              <a:t> </a:t>
            </a:r>
            <a:r>
              <a:rPr lang="de-DE" dirty="0" err="1" smtClean="0"/>
              <a:t>nodes</a:t>
            </a:r>
            <a:endParaRPr lang="de-DE" dirty="0" smtClean="0"/>
          </a:p>
          <a:p>
            <a:pPr marL="0" indent="0">
              <a:buFontTx/>
              <a:buNone/>
            </a:pPr>
            <a:r>
              <a:rPr lang="de-DE" dirty="0" err="1" smtClean="0"/>
              <a:t>Node</a:t>
            </a:r>
            <a:r>
              <a:rPr lang="de-DE" dirty="0" smtClean="0"/>
              <a:t> </a:t>
            </a:r>
            <a:r>
              <a:rPr lang="de-DE" dirty="0" err="1" smtClean="0"/>
              <a:t>coordinates</a:t>
            </a:r>
            <a:r>
              <a:rPr lang="de-DE" dirty="0" smtClean="0"/>
              <a:t> </a:t>
            </a:r>
            <a:r>
              <a:rPr lang="de-DE" dirty="0" err="1" smtClean="0"/>
              <a:t>XYZ</a:t>
            </a:r>
            <a:endParaRPr lang="de-DE" dirty="0" smtClean="0"/>
          </a:p>
          <a:p>
            <a:pPr marL="0" indent="0">
              <a:buFontTx/>
              <a:buNone/>
            </a:pPr>
            <a:endParaRPr lang="de-DE" dirty="0" smtClean="0"/>
          </a:p>
          <a:p>
            <a:pPr marL="0" indent="0">
              <a:buFontTx/>
              <a:buNone/>
            </a:pPr>
            <a:r>
              <a:rPr lang="de-DE" dirty="0" smtClean="0"/>
              <a:t>-</a:t>
            </a:r>
            <a:r>
              <a:rPr lang="de-DE" baseline="0" dirty="0" smtClean="0"/>
              <a:t> </a:t>
            </a:r>
            <a:r>
              <a:rPr lang="de-DE" dirty="0" err="1" smtClean="0"/>
              <a:t>defs</a:t>
            </a:r>
            <a:r>
              <a:rPr lang="de-DE" dirty="0" smtClean="0"/>
              <a:t>: </a:t>
            </a:r>
            <a:r>
              <a:rPr lang="de-DE" dirty="0" err="1" smtClean="0"/>
              <a:t>largest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dataframe</a:t>
            </a:r>
            <a:endParaRPr lang="de-DE" dirty="0" smtClean="0"/>
          </a:p>
          <a:p>
            <a:pPr marL="0" indent="0">
              <a:buFontTx/>
              <a:buNone/>
            </a:pPr>
            <a:r>
              <a:rPr lang="de-DE" dirty="0" err="1" smtClean="0"/>
              <a:t>the</a:t>
            </a:r>
            <a:r>
              <a:rPr lang="de-DE" dirty="0" smtClean="0"/>
              <a:t> same </a:t>
            </a:r>
            <a:r>
              <a:rPr lang="de-DE" dirty="0" err="1" smtClean="0"/>
              <a:t>combination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DP</a:t>
            </a:r>
            <a:r>
              <a:rPr lang="de-DE" baseline="0" dirty="0" smtClean="0"/>
              <a:t> / </a:t>
            </a:r>
            <a:r>
              <a:rPr lang="de-DE" baseline="0" dirty="0" err="1" smtClean="0"/>
              <a:t>nodes</a:t>
            </a:r>
            <a:r>
              <a:rPr lang="de-DE" baseline="0" dirty="0" smtClean="0"/>
              <a:t> but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all </a:t>
            </a:r>
            <a:r>
              <a:rPr lang="de-DE" baseline="0" dirty="0" err="1" smtClean="0"/>
              <a:t>modes</a:t>
            </a:r>
            <a:r>
              <a:rPr lang="de-DE" baseline="0" dirty="0" smtClean="0"/>
              <a:t> 25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100</a:t>
            </a:r>
            <a:endParaRPr lang="de-DE" dirty="0" smtClean="0"/>
          </a:p>
          <a:p>
            <a:pPr marL="0" indent="0">
              <a:buFontTx/>
              <a:buNone/>
            </a:pPr>
            <a:endParaRPr lang="de-DE" dirty="0" smtClean="0"/>
          </a:p>
          <a:p>
            <a:pPr marL="0" indent="0">
              <a:buFontTx/>
              <a:buNone/>
            </a:pPr>
            <a:r>
              <a:rPr lang="de-DE" dirty="0" err="1" smtClean="0"/>
              <a:t>Example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DP</a:t>
            </a:r>
            <a:r>
              <a:rPr lang="de-DE" dirty="0" smtClean="0"/>
              <a:t> </a:t>
            </a:r>
            <a:r>
              <a:rPr lang="de-DE" dirty="0" smtClean="0"/>
              <a:t>1001:</a:t>
            </a:r>
          </a:p>
          <a:p>
            <a:pPr marL="0" indent="0">
              <a:buFontTx/>
              <a:buNone/>
            </a:pPr>
            <a:r>
              <a:rPr lang="de-DE" dirty="0" smtClean="0"/>
              <a:t>- </a:t>
            </a:r>
            <a:r>
              <a:rPr lang="de-DE" dirty="0" err="1" smtClean="0"/>
              <a:t>identified</a:t>
            </a:r>
            <a:r>
              <a:rPr lang="de-DE" dirty="0" smtClean="0"/>
              <a:t> </a:t>
            </a:r>
            <a:r>
              <a:rPr lang="de-DE" dirty="0" err="1" smtClean="0"/>
              <a:t>long</a:t>
            </a:r>
            <a:r>
              <a:rPr lang="de-DE" dirty="0" smtClean="0"/>
              <a:t>. </a:t>
            </a:r>
            <a:r>
              <a:rPr lang="de-DE" dirty="0" err="1" smtClean="0"/>
              <a:t>mode</a:t>
            </a:r>
            <a:endParaRPr lang="de-DE" dirty="0" smtClean="0"/>
          </a:p>
          <a:p>
            <a:pPr marL="0" indent="0">
              <a:buFontTx/>
              <a:buNone/>
            </a:pPr>
            <a:r>
              <a:rPr lang="de-DE" dirty="0" smtClean="0"/>
              <a:t>- </a:t>
            </a:r>
            <a:r>
              <a:rPr lang="de-DE" dirty="0" err="1" smtClean="0"/>
              <a:t>frequencies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neighboring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modes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endParaRPr lang="de-DE" dirty="0" smtClean="0"/>
          </a:p>
          <a:p>
            <a:pPr marL="285750" indent="-285750">
              <a:buFontTx/>
              <a:buChar char="-"/>
            </a:pPr>
            <a:endParaRPr lang="de-DE" dirty="0" smtClean="0"/>
          </a:p>
          <a:p>
            <a:pPr marL="0" indent="0">
              <a:buFontTx/>
              <a:buNone/>
            </a:pPr>
            <a:r>
              <a:rPr lang="de-DE" dirty="0" smtClean="0"/>
              <a:t>* Data </a:t>
            </a:r>
            <a:r>
              <a:rPr lang="de-DE" dirty="0" err="1" smtClean="0"/>
              <a:t>visualization</a:t>
            </a:r>
            <a:endParaRPr lang="de-DE" dirty="0" smtClean="0"/>
          </a:p>
          <a:p>
            <a:pPr marL="285750" indent="-285750">
              <a:buFontTx/>
              <a:buChar char="-"/>
            </a:pPr>
            <a:endParaRPr lang="de-DE" dirty="0" smtClean="0"/>
          </a:p>
          <a:p>
            <a:pPr marL="0" indent="0">
              <a:buFontTx/>
              <a:buNone/>
            </a:pPr>
            <a:r>
              <a:rPr lang="en-US" dirty="0" smtClean="0"/>
              <a:t>- Distribution </a:t>
            </a:r>
            <a:r>
              <a:rPr lang="en-US" dirty="0" smtClean="0"/>
              <a:t>of the geometric </a:t>
            </a:r>
            <a:r>
              <a:rPr lang="en-US" dirty="0" smtClean="0"/>
              <a:t>variables</a:t>
            </a:r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de-DE" baseline="0" dirty="0" smtClean="0"/>
              <a:t>The </a:t>
            </a:r>
            <a:r>
              <a:rPr lang="de-DE" baseline="0" dirty="0" err="1" smtClean="0"/>
              <a:t>distribution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slot_x_distance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slot_z_distance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depending</a:t>
            </a:r>
            <a:r>
              <a:rPr lang="de-DE" baseline="0" dirty="0" smtClean="0"/>
              <a:t> on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number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slots</a:t>
            </a:r>
            <a:r>
              <a:rPr lang="de-DE" baseline="0" dirty="0" smtClean="0"/>
              <a:t>. </a:t>
            </a:r>
            <a:r>
              <a:rPr lang="de-DE" baseline="0" dirty="0" err="1" smtClean="0"/>
              <a:t>That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explains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skew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distribution</a:t>
            </a:r>
            <a:r>
              <a:rPr lang="de-DE" baseline="0" dirty="0" smtClean="0"/>
              <a:t>.</a:t>
            </a:r>
            <a:endParaRPr lang="de-DE" dirty="0" smtClean="0"/>
          </a:p>
          <a:p>
            <a:pPr marL="0" indent="0">
              <a:buFontTx/>
              <a:buNone/>
            </a:pPr>
            <a:endParaRPr lang="en-US" dirty="0" smtClean="0"/>
          </a:p>
          <a:p>
            <a:pPr marL="0" indent="0">
              <a:buFontTx/>
              <a:buNone/>
            </a:pPr>
            <a:r>
              <a:rPr lang="en-US" dirty="0" smtClean="0"/>
              <a:t>- Let's go back to DP 1001</a:t>
            </a:r>
          </a:p>
          <a:p>
            <a:pPr marL="0" indent="0">
              <a:buFontTx/>
              <a:buNone/>
            </a:pPr>
            <a:r>
              <a:rPr lang="en-US" dirty="0" smtClean="0"/>
              <a:t>Mode</a:t>
            </a:r>
            <a:r>
              <a:rPr lang="en-US" baseline="0" dirty="0" smtClean="0"/>
              <a:t> 77 (long): all displacements have the same sign</a:t>
            </a:r>
          </a:p>
          <a:p>
            <a:pPr marL="0" indent="0">
              <a:buFontTx/>
              <a:buNone/>
            </a:pPr>
            <a:r>
              <a:rPr lang="de-DE" dirty="0" smtClean="0"/>
              <a:t>Mode 76+78 </a:t>
            </a:r>
            <a:r>
              <a:rPr lang="de-DE" dirty="0" err="1" smtClean="0"/>
              <a:t>are</a:t>
            </a:r>
            <a:r>
              <a:rPr lang="de-DE" dirty="0" smtClean="0"/>
              <a:t> </a:t>
            </a:r>
            <a:r>
              <a:rPr lang="de-DE" dirty="0" err="1" smtClean="0"/>
              <a:t>neighboring</a:t>
            </a:r>
            <a:r>
              <a:rPr lang="de-DE" dirty="0" smtClean="0"/>
              <a:t> </a:t>
            </a:r>
            <a:r>
              <a:rPr lang="de-DE" dirty="0" err="1" smtClean="0"/>
              <a:t>modes</a:t>
            </a:r>
            <a:r>
              <a:rPr lang="de-DE" dirty="0" smtClean="0"/>
              <a:t>: Next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is</a:t>
            </a:r>
            <a:r>
              <a:rPr lang="de-DE" smtClean="0"/>
              <a:t> only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5058996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smtClean="0"/>
              <a:t>I </a:t>
            </a:r>
            <a:r>
              <a:rPr lang="de-DE" dirty="0" err="1" smtClean="0"/>
              <a:t>added</a:t>
            </a:r>
            <a:r>
              <a:rPr lang="de-DE" dirty="0" smtClean="0"/>
              <a:t> </a:t>
            </a:r>
            <a:r>
              <a:rPr lang="de-DE" dirty="0" err="1" smtClean="0"/>
              <a:t>new</a:t>
            </a:r>
            <a:r>
              <a:rPr lang="de-DE" dirty="0" smtClean="0"/>
              <a:t> </a:t>
            </a:r>
            <a:r>
              <a:rPr lang="de-DE" dirty="0" err="1" smtClean="0"/>
              <a:t>features</a:t>
            </a:r>
            <a:r>
              <a:rPr lang="de-DE" dirty="0" smtClean="0"/>
              <a:t>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dataset</a:t>
            </a:r>
            <a:endParaRPr lang="de-DE" dirty="0" smtClean="0"/>
          </a:p>
          <a:p>
            <a:endParaRPr lang="de-DE" dirty="0" smtClean="0"/>
          </a:p>
          <a:p>
            <a:r>
              <a:rPr lang="de-DE" dirty="0" smtClean="0"/>
              <a:t>The sonotrode </a:t>
            </a:r>
            <a:r>
              <a:rPr lang="de-DE" dirty="0" err="1" smtClean="0"/>
              <a:t>needs</a:t>
            </a:r>
            <a:r>
              <a:rPr lang="de-DE" dirty="0" smtClean="0"/>
              <a:t> </a:t>
            </a:r>
            <a:r>
              <a:rPr lang="de-DE" dirty="0" err="1" smtClean="0"/>
              <a:t>slots</a:t>
            </a:r>
            <a:r>
              <a:rPr lang="de-DE" dirty="0" smtClean="0"/>
              <a:t> in </a:t>
            </a:r>
            <a:r>
              <a:rPr lang="de-DE" dirty="0" err="1" smtClean="0"/>
              <a:t>both</a:t>
            </a:r>
            <a:r>
              <a:rPr lang="de-DE" dirty="0" smtClean="0"/>
              <a:t> </a:t>
            </a:r>
            <a:r>
              <a:rPr lang="de-DE" dirty="0" err="1" smtClean="0"/>
              <a:t>directions</a:t>
            </a:r>
            <a:r>
              <a:rPr lang="de-DE" dirty="0" smtClean="0"/>
              <a:t> </a:t>
            </a:r>
            <a:r>
              <a:rPr lang="de-DE" dirty="0" err="1" smtClean="0"/>
              <a:t>for</a:t>
            </a:r>
            <a:r>
              <a:rPr lang="de-DE" dirty="0" smtClean="0"/>
              <a:t> </a:t>
            </a:r>
            <a:r>
              <a:rPr lang="de-DE" dirty="0" err="1" smtClean="0"/>
              <a:t>acoustical</a:t>
            </a:r>
            <a:r>
              <a:rPr lang="de-DE" dirty="0" smtClean="0"/>
              <a:t> </a:t>
            </a:r>
            <a:r>
              <a:rPr lang="de-DE" dirty="0" err="1" smtClean="0"/>
              <a:t>reasons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number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slots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variable. </a:t>
            </a:r>
            <a:r>
              <a:rPr lang="de-DE" baseline="0" dirty="0" err="1" smtClean="0"/>
              <a:t>During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generation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design </a:t>
            </a:r>
            <a:r>
              <a:rPr lang="de-DE" baseline="0" dirty="0" err="1" smtClean="0"/>
              <a:t>points</a:t>
            </a:r>
            <a:r>
              <a:rPr lang="de-DE" baseline="0" dirty="0" smtClean="0"/>
              <a:t>, I </a:t>
            </a:r>
            <a:r>
              <a:rPr lang="de-DE" baseline="0" dirty="0" err="1" smtClean="0"/>
              <a:t>used</a:t>
            </a:r>
            <a:r>
              <a:rPr lang="de-DE" baseline="0" dirty="0" smtClean="0"/>
              <a:t> 4 </a:t>
            </a:r>
            <a:r>
              <a:rPr lang="de-DE" baseline="0" dirty="0" err="1" smtClean="0"/>
              <a:t>combinations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slot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distributions</a:t>
            </a:r>
            <a:r>
              <a:rPr lang="de-DE" baseline="0" dirty="0" smtClean="0"/>
              <a:t>.</a:t>
            </a:r>
          </a:p>
          <a:p>
            <a:r>
              <a:rPr lang="de-DE" baseline="0" dirty="0" smtClean="0"/>
              <a:t>The </a:t>
            </a:r>
            <a:r>
              <a:rPr lang="de-DE" baseline="0" dirty="0" err="1" smtClean="0"/>
              <a:t>width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highest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dimension</a:t>
            </a:r>
            <a:r>
              <a:rPr lang="de-DE" baseline="0" dirty="0" smtClean="0"/>
              <a:t>) </a:t>
            </a:r>
            <a:r>
              <a:rPr lang="de-DE" baseline="0" dirty="0" err="1" smtClean="0"/>
              <a:t>needs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slots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than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depth</a:t>
            </a:r>
            <a:r>
              <a:rPr lang="de-DE" baseline="0" dirty="0" smtClean="0"/>
              <a:t>.</a:t>
            </a:r>
            <a:endParaRPr lang="de-DE" dirty="0" smtClean="0"/>
          </a:p>
          <a:p>
            <a:r>
              <a:rPr lang="de-DE" dirty="0" smtClean="0"/>
              <a:t>The </a:t>
            </a:r>
            <a:r>
              <a:rPr lang="de-DE" dirty="0" err="1" smtClean="0"/>
              <a:t>numbers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slots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both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directions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categorical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forming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class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4 </a:t>
            </a:r>
            <a:r>
              <a:rPr lang="de-DE" baseline="0" dirty="0" err="1" smtClean="0"/>
              <a:t>values</a:t>
            </a:r>
            <a:endParaRPr lang="de-DE" baseline="0" dirty="0" smtClean="0"/>
          </a:p>
          <a:p>
            <a:endParaRPr lang="de-DE" baseline="0" dirty="0" smtClean="0"/>
          </a:p>
          <a:p>
            <a:r>
              <a:rPr lang="de-DE" dirty="0" smtClean="0"/>
              <a:t>The </a:t>
            </a:r>
            <a:r>
              <a:rPr lang="de-DE" dirty="0" err="1" smtClean="0"/>
              <a:t>prediction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output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themselves</a:t>
            </a:r>
            <a:r>
              <a:rPr lang="de-DE" baseline="0" dirty="0" smtClean="0"/>
              <a:t> was not </a:t>
            </a:r>
            <a:r>
              <a:rPr lang="de-DE" baseline="0" dirty="0" err="1" smtClean="0"/>
              <a:t>successful</a:t>
            </a:r>
            <a:r>
              <a:rPr lang="de-DE" baseline="0" dirty="0" smtClean="0"/>
              <a:t>. </a:t>
            </a:r>
            <a:r>
              <a:rPr lang="de-DE" baseline="0" dirty="0" err="1" smtClean="0"/>
              <a:t>Since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3rd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goal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predict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only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uniformity</a:t>
            </a:r>
            <a:r>
              <a:rPr lang="de-DE" baseline="0" dirty="0" smtClean="0"/>
              <a:t>, I </a:t>
            </a:r>
            <a:r>
              <a:rPr lang="de-DE" baseline="0" dirty="0" err="1" smtClean="0"/>
              <a:t>introduced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new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metric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evaluate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uniformity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.</a:t>
            </a:r>
          </a:p>
          <a:p>
            <a:r>
              <a:rPr lang="de-DE" baseline="0" dirty="0" smtClean="0"/>
              <a:t>The Norm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Relative </a:t>
            </a:r>
            <a:r>
              <a:rPr lang="de-DE" baseline="0" dirty="0" err="1" smtClean="0"/>
              <a:t>Displacement</a:t>
            </a:r>
            <a:r>
              <a:rPr lang="de-DE" baseline="0" dirty="0" smtClean="0"/>
              <a:t> Deviation (</a:t>
            </a:r>
            <a:r>
              <a:rPr lang="de-DE" baseline="0" dirty="0" err="1" smtClean="0"/>
              <a:t>called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NRDD</a:t>
            </a:r>
            <a:r>
              <a:rPr lang="de-DE" baseline="0" dirty="0" smtClean="0"/>
              <a:t>)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obtained</a:t>
            </a:r>
            <a:r>
              <a:rPr lang="de-DE" baseline="0" dirty="0" smtClean="0"/>
              <a:t>:</a:t>
            </a:r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by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taking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relative </a:t>
            </a:r>
            <a:r>
              <a:rPr lang="de-DE" baseline="0" dirty="0" err="1" smtClean="0"/>
              <a:t>difference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average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deviations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squared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summed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up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all </a:t>
            </a:r>
            <a:r>
              <a:rPr lang="de-DE" baseline="0" dirty="0" err="1" smtClean="0"/>
              <a:t>nodes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root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gives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NRDD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value</a:t>
            </a:r>
            <a:endParaRPr lang="de-DE" baseline="0" dirty="0" smtClean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4347854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smtClean="0"/>
              <a:t>A </a:t>
            </a:r>
            <a:r>
              <a:rPr lang="de-DE" dirty="0" err="1" smtClean="0"/>
              <a:t>low</a:t>
            </a:r>
            <a:r>
              <a:rPr lang="de-DE" dirty="0" smtClean="0"/>
              <a:t> </a:t>
            </a:r>
            <a:r>
              <a:rPr lang="de-DE" dirty="0" err="1" smtClean="0"/>
              <a:t>value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NRDD</a:t>
            </a:r>
            <a:r>
              <a:rPr lang="de-DE" dirty="0" smtClean="0"/>
              <a:t> </a:t>
            </a:r>
            <a:r>
              <a:rPr lang="de-DE" dirty="0" err="1" smtClean="0"/>
              <a:t>corresponds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uniform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high </a:t>
            </a:r>
            <a:r>
              <a:rPr lang="de-DE" baseline="0" dirty="0" err="1" smtClean="0"/>
              <a:t>values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poor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uniformities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deviations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important</a:t>
            </a:r>
            <a:r>
              <a:rPr lang="de-DE" baseline="0" dirty="0" smtClean="0"/>
              <a:t>)</a:t>
            </a:r>
          </a:p>
          <a:p>
            <a:r>
              <a:rPr lang="de-DE" dirty="0" smtClean="0"/>
              <a:t>As an </a:t>
            </a:r>
            <a:r>
              <a:rPr lang="de-DE" dirty="0" err="1" smtClean="0"/>
              <a:t>example</a:t>
            </a:r>
            <a:r>
              <a:rPr lang="de-DE" dirty="0" smtClean="0"/>
              <a:t>, </a:t>
            </a:r>
            <a:r>
              <a:rPr lang="de-DE" dirty="0" err="1" smtClean="0"/>
              <a:t>you</a:t>
            </a:r>
            <a:r>
              <a:rPr lang="de-DE" dirty="0" smtClean="0"/>
              <a:t> </a:t>
            </a:r>
            <a:r>
              <a:rPr lang="de-DE" dirty="0" err="1" smtClean="0"/>
              <a:t>see</a:t>
            </a:r>
            <a:r>
              <a:rPr lang="de-DE" dirty="0" smtClean="0"/>
              <a:t> 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left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DP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most</a:t>
            </a:r>
            <a:r>
              <a:rPr lang="de-DE" baseline="0" dirty="0" smtClean="0"/>
              <a:t> uniform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NRDD</a:t>
            </a:r>
            <a:r>
              <a:rPr lang="de-DE" baseline="0" dirty="0" smtClean="0"/>
              <a:t> = 1.3</a:t>
            </a:r>
            <a:endParaRPr lang="de-DE" dirty="0" smtClean="0"/>
          </a:p>
          <a:p>
            <a:endParaRPr lang="de-DE" dirty="0" smtClean="0"/>
          </a:p>
          <a:p>
            <a:r>
              <a:rPr lang="de-DE" dirty="0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graph</a:t>
            </a:r>
            <a:r>
              <a:rPr lang="de-DE" baseline="0" dirty="0" smtClean="0"/>
              <a:t> on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right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shows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correlation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between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MAC </a:t>
            </a:r>
            <a:r>
              <a:rPr lang="de-DE" baseline="0" dirty="0" err="1" smtClean="0"/>
              <a:t>values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metric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NRDD</a:t>
            </a:r>
            <a:endParaRPr lang="de-DE" baseline="0" dirty="0" smtClean="0"/>
          </a:p>
          <a:p>
            <a:r>
              <a:rPr lang="de-DE" baseline="0" dirty="0" err="1" smtClean="0"/>
              <a:t>You</a:t>
            </a:r>
            <a:r>
              <a:rPr lang="de-DE" baseline="0" dirty="0" smtClean="0"/>
              <a:t> will </a:t>
            </a:r>
            <a:r>
              <a:rPr lang="de-DE" baseline="0" dirty="0" err="1" smtClean="0"/>
              <a:t>probably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ask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why</a:t>
            </a:r>
            <a:r>
              <a:rPr lang="de-DE" baseline="0" dirty="0" smtClean="0"/>
              <a:t> I </a:t>
            </a:r>
            <a:r>
              <a:rPr lang="de-DE" baseline="0" dirty="0" err="1" smtClean="0"/>
              <a:t>did</a:t>
            </a:r>
            <a:r>
              <a:rPr lang="de-DE" baseline="0" dirty="0" smtClean="0"/>
              <a:t> not </a:t>
            </a:r>
            <a:r>
              <a:rPr lang="de-DE" baseline="0" dirty="0" err="1" smtClean="0"/>
              <a:t>take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MAC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target</a:t>
            </a:r>
            <a:r>
              <a:rPr lang="de-DE" baseline="0" dirty="0" smtClean="0"/>
              <a:t> variable. The </a:t>
            </a:r>
            <a:r>
              <a:rPr lang="de-DE" baseline="0" dirty="0" err="1" smtClean="0"/>
              <a:t>reason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that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model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perform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slightly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better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NRDD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than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MAC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.</a:t>
            </a:r>
          </a:p>
          <a:p>
            <a:r>
              <a:rPr lang="de-DE" baseline="0" dirty="0" smtClean="0"/>
              <a:t>So I </a:t>
            </a:r>
            <a:r>
              <a:rPr lang="de-DE" baseline="0" dirty="0" err="1" smtClean="0"/>
              <a:t>decided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go</a:t>
            </a:r>
            <a:r>
              <a:rPr lang="de-DE" baseline="0" dirty="0" smtClean="0"/>
              <a:t> on in </a:t>
            </a:r>
            <a:r>
              <a:rPr lang="de-DE" baseline="0" dirty="0" err="1" smtClean="0"/>
              <a:t>that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direction</a:t>
            </a:r>
            <a:r>
              <a:rPr lang="de-DE" baseline="0" dirty="0" smtClean="0"/>
              <a:t>.</a:t>
            </a:r>
          </a:p>
          <a:p>
            <a:endParaRPr lang="de-DE" baseline="0" dirty="0" smtClean="0"/>
          </a:p>
          <a:p>
            <a:r>
              <a:rPr lang="de-DE" baseline="0" dirty="0" err="1" smtClean="0"/>
              <a:t>Now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</a:t>
            </a:r>
            <a:r>
              <a:rPr lang="de-DE" baseline="0" dirty="0" smtClean="0"/>
              <a:t> will </a:t>
            </a:r>
            <a:r>
              <a:rPr lang="de-DE" baseline="0" dirty="0" err="1" smtClean="0"/>
              <a:t>have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look</a:t>
            </a:r>
            <a:r>
              <a:rPr lang="de-DE" baseline="0" dirty="0" smtClean="0"/>
              <a:t> on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predictions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longitudinal </a:t>
            </a:r>
            <a:r>
              <a:rPr lang="de-DE" baseline="0" dirty="0" err="1" smtClean="0"/>
              <a:t>frequencies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Streamlit</a:t>
            </a:r>
            <a:endParaRPr lang="de-DE" baseline="0" dirty="0" smtClean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9731289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smtClean="0"/>
              <a:t># Long </a:t>
            </a:r>
            <a:r>
              <a:rPr lang="de-DE" dirty="0" err="1" smtClean="0"/>
              <a:t>frequencies</a:t>
            </a:r>
            <a:r>
              <a:rPr lang="de-DE" dirty="0" smtClean="0"/>
              <a:t>:</a:t>
            </a:r>
          </a:p>
          <a:p>
            <a:endParaRPr lang="de-DE" dirty="0" smtClean="0"/>
          </a:p>
          <a:p>
            <a:r>
              <a:rPr lang="de-DE" dirty="0" smtClean="0"/>
              <a:t># (</a:t>
            </a:r>
            <a:r>
              <a:rPr lang="de-DE" dirty="0" err="1" smtClean="0"/>
              <a:t>selectbox</a:t>
            </a:r>
            <a:r>
              <a:rPr lang="de-DE" dirty="0" smtClean="0"/>
              <a:t>)</a:t>
            </a:r>
          </a:p>
          <a:p>
            <a:r>
              <a:rPr lang="de-DE" dirty="0" smtClean="0"/>
              <a:t># </a:t>
            </a:r>
            <a:r>
              <a:rPr lang="de-DE" dirty="0" err="1" smtClean="0"/>
              <a:t>LGBM</a:t>
            </a:r>
            <a:r>
              <a:rPr lang="de-DE" dirty="0" smtClean="0"/>
              <a:t> </a:t>
            </a:r>
            <a:r>
              <a:rPr lang="de-DE" dirty="0" err="1" smtClean="0"/>
              <a:t>base</a:t>
            </a:r>
            <a:r>
              <a:rPr lang="de-DE" dirty="0" smtClean="0"/>
              <a:t> </a:t>
            </a:r>
            <a:r>
              <a:rPr lang="de-DE" dirty="0" err="1" smtClean="0"/>
              <a:t>model</a:t>
            </a:r>
            <a:r>
              <a:rPr lang="de-DE" dirty="0" smtClean="0"/>
              <a:t>:                                  </a:t>
            </a:r>
            <a:r>
              <a:rPr lang="de-DE" dirty="0" err="1" smtClean="0"/>
              <a:t>y_true</a:t>
            </a:r>
            <a:r>
              <a:rPr lang="de-DE" dirty="0" smtClean="0"/>
              <a:t> </a:t>
            </a:r>
            <a:r>
              <a:rPr lang="de-DE" dirty="0" err="1" smtClean="0"/>
              <a:t>y_pred</a:t>
            </a:r>
            <a:r>
              <a:rPr lang="de-DE" dirty="0" smtClean="0"/>
              <a:t>       </a:t>
            </a:r>
            <a:r>
              <a:rPr lang="de-DE" dirty="0" err="1" smtClean="0"/>
              <a:t>residuals</a:t>
            </a:r>
            <a:endParaRPr lang="de-DE" dirty="0" smtClean="0"/>
          </a:p>
          <a:p>
            <a:r>
              <a:rPr lang="de-DE" dirty="0" smtClean="0"/>
              <a:t># </a:t>
            </a:r>
            <a:r>
              <a:rPr lang="de-DE" dirty="0" err="1" smtClean="0"/>
              <a:t>LGBM</a:t>
            </a:r>
            <a:r>
              <a:rPr lang="de-DE" dirty="0" smtClean="0"/>
              <a:t> </a:t>
            </a:r>
            <a:r>
              <a:rPr lang="de-DE" dirty="0" err="1" smtClean="0"/>
              <a:t>base</a:t>
            </a:r>
            <a:r>
              <a:rPr lang="de-DE" dirty="0" smtClean="0"/>
              <a:t> + </a:t>
            </a:r>
            <a:r>
              <a:rPr lang="de-DE" dirty="0" err="1" smtClean="0"/>
              <a:t>tuned</a:t>
            </a:r>
            <a:r>
              <a:rPr lang="de-DE" dirty="0" smtClean="0"/>
              <a:t> </a:t>
            </a:r>
            <a:r>
              <a:rPr lang="de-DE" dirty="0" err="1" smtClean="0"/>
              <a:t>model</a:t>
            </a:r>
            <a:r>
              <a:rPr lang="de-DE" dirty="0" smtClean="0"/>
              <a:t>                           </a:t>
            </a:r>
            <a:r>
              <a:rPr lang="de-DE" dirty="0" err="1" smtClean="0"/>
              <a:t>y_true</a:t>
            </a:r>
            <a:r>
              <a:rPr lang="de-DE" dirty="0" smtClean="0"/>
              <a:t>  </a:t>
            </a:r>
            <a:r>
              <a:rPr lang="de-DE" dirty="0" err="1" smtClean="0"/>
              <a:t>y_pred</a:t>
            </a:r>
            <a:r>
              <a:rPr lang="de-DE" dirty="0" smtClean="0"/>
              <a:t>      </a:t>
            </a:r>
            <a:r>
              <a:rPr lang="de-DE" dirty="0" err="1" smtClean="0"/>
              <a:t>residuals</a:t>
            </a:r>
            <a:endParaRPr lang="de-DE" dirty="0" smtClean="0"/>
          </a:p>
          <a:p>
            <a:r>
              <a:rPr lang="de-DE" dirty="0" smtClean="0"/>
              <a:t># </a:t>
            </a:r>
            <a:r>
              <a:rPr lang="de-DE" dirty="0" err="1" smtClean="0"/>
              <a:t>LGBM</a:t>
            </a:r>
            <a:r>
              <a:rPr lang="de-DE" dirty="0" smtClean="0"/>
              <a:t> </a:t>
            </a:r>
            <a:r>
              <a:rPr lang="de-DE" dirty="0" err="1" smtClean="0"/>
              <a:t>base</a:t>
            </a:r>
            <a:r>
              <a:rPr lang="de-DE" dirty="0" smtClean="0"/>
              <a:t> + </a:t>
            </a:r>
            <a:r>
              <a:rPr lang="de-DE" dirty="0" err="1" smtClean="0"/>
              <a:t>tuned</a:t>
            </a:r>
            <a:r>
              <a:rPr lang="de-DE" dirty="0" smtClean="0"/>
              <a:t> </a:t>
            </a:r>
            <a:r>
              <a:rPr lang="de-DE" dirty="0" err="1" smtClean="0"/>
              <a:t>model</a:t>
            </a:r>
            <a:r>
              <a:rPr lang="de-DE" dirty="0" smtClean="0"/>
              <a:t> + </a:t>
            </a:r>
            <a:r>
              <a:rPr lang="de-DE" dirty="0" err="1" smtClean="0"/>
              <a:t>filtered</a:t>
            </a:r>
            <a:r>
              <a:rPr lang="de-DE" dirty="0" smtClean="0"/>
              <a:t> </a:t>
            </a:r>
            <a:r>
              <a:rPr lang="de-DE" dirty="0" err="1" smtClean="0"/>
              <a:t>model</a:t>
            </a:r>
            <a:r>
              <a:rPr lang="de-DE" dirty="0" smtClean="0"/>
              <a:t>           </a:t>
            </a:r>
            <a:r>
              <a:rPr lang="de-DE" dirty="0" err="1" smtClean="0"/>
              <a:t>y_true</a:t>
            </a:r>
            <a:r>
              <a:rPr lang="de-DE" dirty="0" smtClean="0"/>
              <a:t>  </a:t>
            </a:r>
            <a:r>
              <a:rPr lang="de-DE" dirty="0" err="1" smtClean="0"/>
              <a:t>y_pred</a:t>
            </a:r>
            <a:r>
              <a:rPr lang="de-DE" dirty="0" smtClean="0"/>
              <a:t>      </a:t>
            </a:r>
            <a:r>
              <a:rPr lang="de-DE" dirty="0" err="1" smtClean="0"/>
              <a:t>residuals</a:t>
            </a:r>
            <a:endParaRPr lang="de-DE" dirty="0" smtClean="0"/>
          </a:p>
          <a:p>
            <a:endParaRPr lang="de-DE" dirty="0" smtClean="0"/>
          </a:p>
          <a:p>
            <a:r>
              <a:rPr lang="de-DE" dirty="0" smtClean="0"/>
              <a:t># </a:t>
            </a:r>
            <a:r>
              <a:rPr lang="de-DE" dirty="0" err="1" smtClean="0"/>
              <a:t>Frequency</a:t>
            </a:r>
            <a:r>
              <a:rPr lang="de-DE" dirty="0" smtClean="0"/>
              <a:t> </a:t>
            </a:r>
            <a:r>
              <a:rPr lang="de-DE" dirty="0" err="1" smtClean="0"/>
              <a:t>residuals</a:t>
            </a:r>
            <a:r>
              <a:rPr lang="de-DE" dirty="0" smtClean="0"/>
              <a:t> = f(MAC </a:t>
            </a:r>
            <a:r>
              <a:rPr lang="de-DE" dirty="0" err="1" smtClean="0"/>
              <a:t>value</a:t>
            </a:r>
            <a:r>
              <a:rPr lang="de-DE" dirty="0" smtClean="0"/>
              <a:t>)</a:t>
            </a:r>
          </a:p>
          <a:p>
            <a:endParaRPr lang="de-DE" dirty="0" smtClean="0"/>
          </a:p>
          <a:p>
            <a:r>
              <a:rPr lang="de-DE" dirty="0" smtClean="0"/>
              <a:t># Points Best &amp; </a:t>
            </a:r>
            <a:r>
              <a:rPr lang="de-DE" dirty="0" err="1" smtClean="0"/>
              <a:t>worst</a:t>
            </a:r>
            <a:r>
              <a:rPr lang="de-DE" dirty="0" smtClean="0"/>
              <a:t> </a:t>
            </a:r>
            <a:r>
              <a:rPr lang="de-DE" dirty="0" err="1" smtClean="0"/>
              <a:t>predictions</a:t>
            </a:r>
            <a:endParaRPr lang="de-DE" dirty="0" smtClean="0"/>
          </a:p>
          <a:p>
            <a:endParaRPr lang="de-DE" dirty="0" smtClean="0"/>
          </a:p>
          <a:p>
            <a:r>
              <a:rPr lang="de-DE" dirty="0" smtClean="0"/>
              <a:t># (</a:t>
            </a:r>
            <a:r>
              <a:rPr lang="de-DE" dirty="0" err="1" smtClean="0"/>
              <a:t>radio</a:t>
            </a:r>
            <a:r>
              <a:rPr lang="de-DE" dirty="0" smtClean="0"/>
              <a:t>) </a:t>
            </a:r>
            <a:r>
              <a:rPr lang="de-DE" dirty="0" err="1" smtClean="0"/>
              <a:t>best</a:t>
            </a:r>
            <a:r>
              <a:rPr lang="de-DE" dirty="0" smtClean="0"/>
              <a:t> </a:t>
            </a:r>
            <a:r>
              <a:rPr lang="de-DE" dirty="0" err="1" smtClean="0"/>
              <a:t>prediction</a:t>
            </a:r>
            <a:r>
              <a:rPr lang="de-DE" dirty="0" smtClean="0"/>
              <a:t>, </a:t>
            </a:r>
            <a:r>
              <a:rPr lang="de-DE" dirty="0" err="1" smtClean="0"/>
              <a:t>worst</a:t>
            </a:r>
            <a:r>
              <a:rPr lang="de-DE" dirty="0" smtClean="0"/>
              <a:t> </a:t>
            </a:r>
            <a:r>
              <a:rPr lang="de-DE" dirty="0" err="1" smtClean="0"/>
              <a:t>prediction</a:t>
            </a:r>
            <a:endParaRPr lang="de-DE" dirty="0" smtClean="0"/>
          </a:p>
          <a:p>
            <a:r>
              <a:rPr lang="de-DE" dirty="0" smtClean="0"/>
              <a:t># </a:t>
            </a:r>
            <a:r>
              <a:rPr lang="de-DE" dirty="0" err="1" smtClean="0"/>
              <a:t>Frequency</a:t>
            </a:r>
            <a:r>
              <a:rPr lang="de-DE" dirty="0" smtClean="0"/>
              <a:t>, MAC </a:t>
            </a:r>
            <a:r>
              <a:rPr lang="de-DE" dirty="0" err="1" smtClean="0"/>
              <a:t>values</a:t>
            </a:r>
            <a:r>
              <a:rPr lang="de-DE" dirty="0" smtClean="0"/>
              <a:t>, </a:t>
            </a:r>
            <a:r>
              <a:rPr lang="de-DE" dirty="0" err="1" smtClean="0"/>
              <a:t>displacements</a:t>
            </a:r>
            <a:r>
              <a:rPr lang="de-DE" dirty="0" smtClean="0"/>
              <a:t>, </a:t>
            </a:r>
            <a:r>
              <a:rPr lang="de-DE" dirty="0" err="1" smtClean="0"/>
              <a:t>frequencies</a:t>
            </a:r>
            <a:r>
              <a:rPr lang="de-DE" dirty="0" smtClean="0"/>
              <a:t> </a:t>
            </a:r>
            <a:r>
              <a:rPr lang="de-DE" dirty="0" err="1" smtClean="0"/>
              <a:t>neighbor</a:t>
            </a:r>
            <a:r>
              <a:rPr lang="de-DE" dirty="0" smtClean="0"/>
              <a:t> </a:t>
            </a:r>
            <a:r>
              <a:rPr lang="de-DE" dirty="0" err="1" smtClean="0"/>
              <a:t>modes</a:t>
            </a:r>
            <a:endParaRPr lang="de-DE" dirty="0" smtClean="0"/>
          </a:p>
          <a:p>
            <a:endParaRPr lang="de-DE" dirty="0" smtClean="0"/>
          </a:p>
          <a:p>
            <a:endParaRPr lang="de-DE" dirty="0" smtClean="0"/>
          </a:p>
          <a:p>
            <a:r>
              <a:rPr lang="de-DE" dirty="0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filtering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data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set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before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training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improved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accuracy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predictions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0727300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6450317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9027598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0373202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0233993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9279521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864583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6151604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8770824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65524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>
          <a:xfrm>
            <a:off x="4972347" y="9289839"/>
            <a:ext cx="1313565" cy="240341"/>
          </a:xfrm>
          <a:prstGeom prst="rect">
            <a:avLst/>
          </a:prstGeom>
        </p:spPr>
        <p:txBody>
          <a:bodyPr/>
          <a:lstStyle/>
          <a:p>
            <a:fld id="{34E13925-E938-4228-AE74-92AB500038AB}" type="slidenum">
              <a:rPr lang="de-DE" smtClean="0"/>
              <a:pPr/>
              <a:t>20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3365997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21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352134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+ Bild groß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31539" y="2733675"/>
            <a:ext cx="8279073" cy="19431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73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439284" y="1708318"/>
            <a:ext cx="8276944" cy="205200"/>
          </a:xfrm>
        </p:spPr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de-DE" dirty="0" smtClean="0"/>
              <a:t>Themenbereich, über Datum zu ändern</a:t>
            </a:r>
            <a:endParaRPr lang="de-DE" dirty="0"/>
          </a:p>
        </p:txBody>
      </p:sp>
      <p:sp>
        <p:nvSpPr>
          <p:cNvPr id="74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53753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5" name="Gruppieren 124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grpSp>
        <p:nvGrpSpPr>
          <p:cNvPr id="156" name="Group 4"/>
          <p:cNvGrpSpPr>
            <a:grpSpLocks noChangeAspect="1"/>
          </p:cNvGrpSpPr>
          <p:nvPr userDrawn="1"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57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8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9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0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1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2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3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4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5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6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7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8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9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0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1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2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3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4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5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6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7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8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9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0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1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sp>
        <p:nvSpPr>
          <p:cNvPr id="4" name="Fußzeilenplatzhalter 3"/>
          <p:cNvSpPr>
            <a:spLocks noGrp="1"/>
          </p:cNvSpPr>
          <p:nvPr>
            <p:ph type="ftr" sz="quarter" idx="24"/>
          </p:nvPr>
        </p:nvSpPr>
        <p:spPr>
          <a:xfrm>
            <a:off x="434772" y="1983161"/>
            <a:ext cx="8281456" cy="250562"/>
          </a:xfrm>
        </p:spPr>
        <p:txBody>
          <a:bodyPr bIns="72000"/>
          <a:lstStyle>
            <a:lvl1pPr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de-DE" dirty="0" smtClean="0"/>
              <a:t>Präsentationstitel</a:t>
            </a:r>
            <a:endParaRPr lang="de-DE" dirty="0"/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439284" y="2319116"/>
            <a:ext cx="8276944" cy="310616"/>
          </a:xfrm>
        </p:spPr>
        <p:txBody>
          <a:bodyPr/>
          <a:lstStyle>
            <a:lvl1pPr>
              <a:defRPr sz="1600" b="0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Titelmasterformat durch Klicken bearbeiten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4516458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timing>
    <p:tnLst>
      <p:par>
        <p:cTn id="1" dur="indefinite" restart="never" nodeType="tmRoot"/>
      </p:par>
    </p:tnLst>
  </p:timing>
  <p:hf hdr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+ HUG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439284" y="1708318"/>
            <a:ext cx="8276944" cy="205200"/>
          </a:xfrm>
        </p:spPr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de-DE" dirty="0" smtClean="0"/>
              <a:t>Themenbereich, über Datum zu ändern</a:t>
            </a:r>
            <a:endParaRPr lang="de-DE" dirty="0"/>
          </a:p>
        </p:txBody>
      </p:sp>
      <p:sp>
        <p:nvSpPr>
          <p:cNvPr id="74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53753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5" name="Gruppieren 124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grpSp>
        <p:nvGrpSpPr>
          <p:cNvPr id="156" name="Group 4"/>
          <p:cNvGrpSpPr>
            <a:grpSpLocks noChangeAspect="1"/>
          </p:cNvGrpSpPr>
          <p:nvPr userDrawn="1"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57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8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9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0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1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2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3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4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5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6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7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8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9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0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1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2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3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4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5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6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7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8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9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0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1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sp>
        <p:nvSpPr>
          <p:cNvPr id="4" name="Fußzeilenplatzhalter 3"/>
          <p:cNvSpPr>
            <a:spLocks noGrp="1"/>
          </p:cNvSpPr>
          <p:nvPr>
            <p:ph type="ftr" sz="quarter" idx="24"/>
          </p:nvPr>
        </p:nvSpPr>
        <p:spPr>
          <a:xfrm>
            <a:off x="434772" y="1983161"/>
            <a:ext cx="8281456" cy="250562"/>
          </a:xfrm>
        </p:spPr>
        <p:txBody>
          <a:bodyPr bIns="72000"/>
          <a:lstStyle>
            <a:lvl1pPr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de-DE" dirty="0" smtClean="0"/>
              <a:t>Präsentationstitel</a:t>
            </a:r>
            <a:endParaRPr lang="de-DE" dirty="0"/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439284" y="2319116"/>
            <a:ext cx="8276944" cy="310616"/>
          </a:xfrm>
        </p:spPr>
        <p:txBody>
          <a:bodyPr/>
          <a:lstStyle>
            <a:lvl1pPr>
              <a:defRPr sz="1600" b="0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Titelmasterformat durch Klicken bearbeiten</a:t>
            </a:r>
            <a:endParaRPr lang="de-DE" dirty="0"/>
          </a:p>
        </p:txBody>
      </p:sp>
      <p:pic>
        <p:nvPicPr>
          <p:cNvPr id="2" name="Grafik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24135" y="2738063"/>
            <a:ext cx="8281440" cy="194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142405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timing>
    <p:tnLst>
      <p:par>
        <p:cTn id="1" dur="indefinite" restart="never" nodeType="tmRoot"/>
      </p:par>
    </p:tnLst>
  </p:timing>
  <p:hf hdr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elfolie + PL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439284" y="1708318"/>
            <a:ext cx="8276944" cy="205200"/>
          </a:xfrm>
        </p:spPr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de-DE" dirty="0" smtClean="0"/>
              <a:t>Themenbereich, über Datum zu ändern</a:t>
            </a:r>
            <a:endParaRPr lang="de-DE" dirty="0"/>
          </a:p>
        </p:txBody>
      </p:sp>
      <p:sp>
        <p:nvSpPr>
          <p:cNvPr id="74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53753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5" name="Gruppieren 124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grpSp>
        <p:nvGrpSpPr>
          <p:cNvPr id="156" name="Group 4"/>
          <p:cNvGrpSpPr>
            <a:grpSpLocks noChangeAspect="1"/>
          </p:cNvGrpSpPr>
          <p:nvPr userDrawn="1"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57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8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9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0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1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2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3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4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5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6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7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8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9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0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1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2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3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4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5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6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7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8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9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0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1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sp>
        <p:nvSpPr>
          <p:cNvPr id="4" name="Fußzeilenplatzhalter 3"/>
          <p:cNvSpPr>
            <a:spLocks noGrp="1"/>
          </p:cNvSpPr>
          <p:nvPr>
            <p:ph type="ftr" sz="quarter" idx="24"/>
          </p:nvPr>
        </p:nvSpPr>
        <p:spPr>
          <a:xfrm>
            <a:off x="434772" y="1983161"/>
            <a:ext cx="8281456" cy="250562"/>
          </a:xfrm>
        </p:spPr>
        <p:txBody>
          <a:bodyPr bIns="72000"/>
          <a:lstStyle>
            <a:lvl1pPr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de-DE" dirty="0" smtClean="0"/>
              <a:t>Präsentationstitel</a:t>
            </a:r>
            <a:endParaRPr lang="de-DE" dirty="0"/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439284" y="2319116"/>
            <a:ext cx="8276944" cy="310616"/>
          </a:xfrm>
        </p:spPr>
        <p:txBody>
          <a:bodyPr/>
          <a:lstStyle>
            <a:lvl1pPr>
              <a:defRPr sz="1600" b="0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Titelmasterformat durch Klicken bearbeiten</a:t>
            </a:r>
            <a:endParaRPr lang="de-DE" dirty="0"/>
          </a:p>
        </p:txBody>
      </p:sp>
      <p:pic>
        <p:nvPicPr>
          <p:cNvPr id="67" name="Picture 2" descr="P:\Projekte\Herrmann_Ultraschall\06_TEMPLATE\_Data\slider-01.jpg"/>
          <p:cNvPicPr>
            <a:picLocks noChangeAspect="1" noChangeArrowheads="1"/>
          </p:cNvPicPr>
          <p:nvPr userDrawn="1"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5000" contrast="1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t="7981" b="7981"/>
          <a:stretch/>
        </p:blipFill>
        <p:spPr bwMode="gray">
          <a:xfrm>
            <a:off x="431539" y="2733675"/>
            <a:ext cx="8279073" cy="1943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9428617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timing>
    <p:tnLst>
      <p:par>
        <p:cTn id="1" dur="indefinite" restart="never" nodeType="tmRoot"/>
      </p:par>
    </p:tnLst>
  </p:timing>
  <p:hf hdr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+ PK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439284" y="1708318"/>
            <a:ext cx="8276944" cy="205200"/>
          </a:xfrm>
        </p:spPr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de-DE" dirty="0" smtClean="0"/>
              <a:t>Themenbereich, über Datum zu ändern</a:t>
            </a:r>
            <a:endParaRPr lang="de-DE" dirty="0"/>
          </a:p>
        </p:txBody>
      </p:sp>
      <p:sp>
        <p:nvSpPr>
          <p:cNvPr id="74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53753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5" name="Gruppieren 124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grpSp>
        <p:nvGrpSpPr>
          <p:cNvPr id="156" name="Group 4"/>
          <p:cNvGrpSpPr>
            <a:grpSpLocks noChangeAspect="1"/>
          </p:cNvGrpSpPr>
          <p:nvPr userDrawn="1"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57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8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9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0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1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2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3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4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5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6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7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8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9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0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1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2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3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4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5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6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7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8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9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0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1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sp>
        <p:nvSpPr>
          <p:cNvPr id="4" name="Fußzeilenplatzhalter 3"/>
          <p:cNvSpPr>
            <a:spLocks noGrp="1"/>
          </p:cNvSpPr>
          <p:nvPr>
            <p:ph type="ftr" sz="quarter" idx="24"/>
          </p:nvPr>
        </p:nvSpPr>
        <p:spPr>
          <a:xfrm>
            <a:off x="434772" y="1983161"/>
            <a:ext cx="8281456" cy="250562"/>
          </a:xfrm>
        </p:spPr>
        <p:txBody>
          <a:bodyPr bIns="72000"/>
          <a:lstStyle>
            <a:lvl1pPr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de-DE" dirty="0" smtClean="0"/>
              <a:t>Präsentationstitel</a:t>
            </a:r>
            <a:endParaRPr lang="de-DE" dirty="0"/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439284" y="2319116"/>
            <a:ext cx="8276944" cy="310616"/>
          </a:xfrm>
        </p:spPr>
        <p:txBody>
          <a:bodyPr/>
          <a:lstStyle>
            <a:lvl1pPr>
              <a:defRPr sz="1600" b="0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Titelmasterformat durch Klicken bearbeiten</a:t>
            </a:r>
            <a:endParaRPr lang="de-DE" dirty="0"/>
          </a:p>
        </p:txBody>
      </p:sp>
      <p:pic>
        <p:nvPicPr>
          <p:cNvPr id="2" name="Grafik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32388" y="2731879"/>
            <a:ext cx="8281440" cy="194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244461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timing>
    <p:tnLst>
      <p:par>
        <p:cTn id="1" dur="indefinite" restart="never" nodeType="tmRoot"/>
      </p:par>
    </p:tnLst>
  </p:timing>
  <p:hf hdr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+ NW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439284" y="1708318"/>
            <a:ext cx="8276944" cy="205200"/>
          </a:xfrm>
        </p:spPr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de-DE" dirty="0" smtClean="0"/>
              <a:t>Themenbereich, über Datum zu ändern</a:t>
            </a:r>
            <a:endParaRPr lang="de-DE" dirty="0"/>
          </a:p>
        </p:txBody>
      </p:sp>
      <p:sp>
        <p:nvSpPr>
          <p:cNvPr id="74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53753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5" name="Gruppieren 124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grpSp>
        <p:nvGrpSpPr>
          <p:cNvPr id="156" name="Group 4"/>
          <p:cNvGrpSpPr>
            <a:grpSpLocks noChangeAspect="1"/>
          </p:cNvGrpSpPr>
          <p:nvPr userDrawn="1"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57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8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9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0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1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2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3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4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5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6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7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8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9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0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1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2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3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4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5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6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7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8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9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0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1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sp>
        <p:nvSpPr>
          <p:cNvPr id="4" name="Fußzeilenplatzhalter 3"/>
          <p:cNvSpPr>
            <a:spLocks noGrp="1"/>
          </p:cNvSpPr>
          <p:nvPr>
            <p:ph type="ftr" sz="quarter" idx="24"/>
          </p:nvPr>
        </p:nvSpPr>
        <p:spPr>
          <a:xfrm>
            <a:off x="434772" y="1983161"/>
            <a:ext cx="8281456" cy="250562"/>
          </a:xfrm>
        </p:spPr>
        <p:txBody>
          <a:bodyPr bIns="72000"/>
          <a:lstStyle>
            <a:lvl1pPr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de-DE" dirty="0" smtClean="0"/>
              <a:t>Präsentationstitel</a:t>
            </a:r>
            <a:endParaRPr lang="de-DE" dirty="0"/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439284" y="2319116"/>
            <a:ext cx="8276944" cy="310616"/>
          </a:xfrm>
        </p:spPr>
        <p:txBody>
          <a:bodyPr/>
          <a:lstStyle>
            <a:lvl1pPr>
              <a:defRPr sz="1600" b="0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Titelmasterformat durch Klicken bearbeiten</a:t>
            </a:r>
            <a:endParaRPr lang="de-DE" dirty="0"/>
          </a:p>
        </p:txBody>
      </p:sp>
      <p:pic>
        <p:nvPicPr>
          <p:cNvPr id="2" name="Grafik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32348" y="2732775"/>
            <a:ext cx="8281440" cy="194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381398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timing>
    <p:tnLst>
      <p:par>
        <p:cTn id="1" dur="indefinite" restart="never" nodeType="tmRoot"/>
      </p:par>
    </p:tnLst>
  </p:timing>
  <p:hf hdr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elfolie + MT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439284" y="1708318"/>
            <a:ext cx="8276944" cy="205200"/>
          </a:xfrm>
        </p:spPr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de-DE" dirty="0" smtClean="0"/>
              <a:t>Themenbereich, über Datum zu ändern</a:t>
            </a:r>
            <a:endParaRPr lang="de-DE" dirty="0"/>
          </a:p>
        </p:txBody>
      </p:sp>
      <p:sp>
        <p:nvSpPr>
          <p:cNvPr id="74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53753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5" name="Gruppieren 124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grpSp>
        <p:nvGrpSpPr>
          <p:cNvPr id="156" name="Group 4"/>
          <p:cNvGrpSpPr>
            <a:grpSpLocks noChangeAspect="1"/>
          </p:cNvGrpSpPr>
          <p:nvPr userDrawn="1"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57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8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9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0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1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2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3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4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5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6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7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8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9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0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1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2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3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4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5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6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7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8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9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0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1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sp>
        <p:nvSpPr>
          <p:cNvPr id="4" name="Fußzeilenplatzhalter 3"/>
          <p:cNvSpPr>
            <a:spLocks noGrp="1"/>
          </p:cNvSpPr>
          <p:nvPr>
            <p:ph type="ftr" sz="quarter" idx="24"/>
          </p:nvPr>
        </p:nvSpPr>
        <p:spPr>
          <a:xfrm>
            <a:off x="434772" y="1983161"/>
            <a:ext cx="8281456" cy="250562"/>
          </a:xfrm>
        </p:spPr>
        <p:txBody>
          <a:bodyPr bIns="72000"/>
          <a:lstStyle>
            <a:lvl1pPr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de-DE" dirty="0" smtClean="0"/>
              <a:t>Präsentationstitel</a:t>
            </a:r>
            <a:endParaRPr lang="de-DE" dirty="0"/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439284" y="2319116"/>
            <a:ext cx="8276944" cy="310616"/>
          </a:xfrm>
        </p:spPr>
        <p:txBody>
          <a:bodyPr/>
          <a:lstStyle>
            <a:lvl1pPr>
              <a:defRPr sz="1600" b="0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Titelmasterformat durch Klicken bearbeiten</a:t>
            </a:r>
            <a:endParaRPr lang="de-DE" dirty="0"/>
          </a:p>
        </p:txBody>
      </p:sp>
      <p:pic>
        <p:nvPicPr>
          <p:cNvPr id="65" name="Grafik 64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34772" y="2745032"/>
            <a:ext cx="8280000" cy="19436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939996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timing>
    <p:tnLst>
      <p:par>
        <p:cTn id="1" dur="indefinite" restart="never" nodeType="tmRoot"/>
      </p:par>
    </p:tnLst>
  </p:timing>
  <p:hf hdr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elfolie + HU ACADEMY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439284" y="1708318"/>
            <a:ext cx="8276944" cy="205200"/>
          </a:xfrm>
        </p:spPr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de-DE" dirty="0" smtClean="0"/>
              <a:t>Themenbereich, über Datum zu ändern</a:t>
            </a:r>
            <a:endParaRPr lang="de-DE" dirty="0"/>
          </a:p>
        </p:txBody>
      </p:sp>
      <p:sp>
        <p:nvSpPr>
          <p:cNvPr id="74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53753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5" name="Gruppieren 124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grpSp>
        <p:nvGrpSpPr>
          <p:cNvPr id="156" name="Group 4"/>
          <p:cNvGrpSpPr>
            <a:grpSpLocks noChangeAspect="1"/>
          </p:cNvGrpSpPr>
          <p:nvPr userDrawn="1"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57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8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9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0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1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2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3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4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5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6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7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8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9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0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1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2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3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4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5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6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7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8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9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0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1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sp>
        <p:nvSpPr>
          <p:cNvPr id="4" name="Fußzeilenplatzhalter 3"/>
          <p:cNvSpPr>
            <a:spLocks noGrp="1"/>
          </p:cNvSpPr>
          <p:nvPr>
            <p:ph type="ftr" sz="quarter" idx="24"/>
          </p:nvPr>
        </p:nvSpPr>
        <p:spPr>
          <a:xfrm>
            <a:off x="434772" y="1983161"/>
            <a:ext cx="8281456" cy="250562"/>
          </a:xfrm>
        </p:spPr>
        <p:txBody>
          <a:bodyPr bIns="72000"/>
          <a:lstStyle>
            <a:lvl1pPr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de-DE" dirty="0" smtClean="0"/>
              <a:t>Präsentationstitel</a:t>
            </a:r>
            <a:endParaRPr lang="de-DE" dirty="0"/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439284" y="2319116"/>
            <a:ext cx="8276944" cy="310616"/>
          </a:xfrm>
        </p:spPr>
        <p:txBody>
          <a:bodyPr/>
          <a:lstStyle>
            <a:lvl1pPr>
              <a:defRPr sz="1600" b="0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Titelmasterformat durch Klicken bearbeiten</a:t>
            </a:r>
            <a:endParaRPr lang="de-DE" dirty="0"/>
          </a:p>
        </p:txBody>
      </p:sp>
      <p:pic>
        <p:nvPicPr>
          <p:cNvPr id="64" name="Grafik 63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24135" y="2738063"/>
            <a:ext cx="8281440" cy="194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648857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timing>
    <p:tnLst>
      <p:par>
        <p:cTn id="1" dur="indefinite" restart="never" nodeType="tmRoot"/>
      </p:par>
    </p:tnLst>
  </p:timing>
  <p:hf hdr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itel 4"/>
          <p:cNvSpPr>
            <a:spLocks noGrp="1"/>
          </p:cNvSpPr>
          <p:nvPr>
            <p:ph type="title" hasCustomPrompt="1"/>
          </p:nvPr>
        </p:nvSpPr>
        <p:spPr bwMode="gray">
          <a:xfrm>
            <a:off x="439347" y="2818071"/>
            <a:ext cx="4032510" cy="837371"/>
          </a:xfrm>
        </p:spPr>
        <p:txBody>
          <a:bodyPr wrap="square"/>
          <a:lstStyle>
            <a:lvl1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 sz="1800" b="1" baseline="0">
                <a:solidFill>
                  <a:srgbClr val="333333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 smtClean="0"/>
              <a:t>Diese Folie leitet ein neues Kapitel ein</a:t>
            </a:r>
            <a:endParaRPr lang="de-DE" dirty="0"/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0" hasCustomPrompt="1"/>
          </p:nvPr>
        </p:nvSpPr>
        <p:spPr bwMode="gray">
          <a:xfrm>
            <a:off x="434193" y="2408806"/>
            <a:ext cx="324000" cy="324000"/>
          </a:xfrm>
          <a:solidFill>
            <a:schemeClr val="accent2"/>
          </a:solidFill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1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  <a:lvl2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lvl="0"/>
            <a:r>
              <a:rPr lang="de-DE" dirty="0" smtClean="0"/>
              <a:t>01</a:t>
            </a:r>
          </a:p>
        </p:txBody>
      </p:sp>
      <p:sp>
        <p:nvSpPr>
          <p:cNvPr id="67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1871890" y="4853146"/>
            <a:ext cx="6480625" cy="135765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9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4864271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2" name="Gruppieren 121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3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4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5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6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sp>
        <p:nvSpPr>
          <p:cNvPr id="4" name="Bildplatzhalter 3"/>
          <p:cNvSpPr>
            <a:spLocks noGrp="1"/>
          </p:cNvSpPr>
          <p:nvPr>
            <p:ph type="pic" sz="quarter" idx="24"/>
          </p:nvPr>
        </p:nvSpPr>
        <p:spPr>
          <a:xfrm>
            <a:off x="4608513" y="862014"/>
            <a:ext cx="4105275" cy="3814762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de-DE" smtClean="0"/>
              <a:t>Bild durch Klicken auf Symbol hinzufügen</a:t>
            </a:r>
            <a:endParaRPr lang="de-DE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0724727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_HU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itel 4"/>
          <p:cNvSpPr>
            <a:spLocks noGrp="1"/>
          </p:cNvSpPr>
          <p:nvPr userDrawn="1">
            <p:ph type="title" hasCustomPrompt="1"/>
          </p:nvPr>
        </p:nvSpPr>
        <p:spPr bwMode="gray">
          <a:xfrm>
            <a:off x="439347" y="2818071"/>
            <a:ext cx="4032510" cy="837371"/>
          </a:xfrm>
        </p:spPr>
        <p:txBody>
          <a:bodyPr wrap="square"/>
          <a:lstStyle>
            <a:lvl1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 sz="1800" b="1" baseline="0">
                <a:solidFill>
                  <a:srgbClr val="333333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 smtClean="0"/>
              <a:t>Diese Folie leitet ein neues Kapitel ein</a:t>
            </a:r>
            <a:endParaRPr lang="de-DE" dirty="0"/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0" hasCustomPrompt="1"/>
          </p:nvPr>
        </p:nvSpPr>
        <p:spPr bwMode="gray">
          <a:xfrm>
            <a:off x="434193" y="2408806"/>
            <a:ext cx="324000" cy="324000"/>
          </a:xfrm>
          <a:solidFill>
            <a:schemeClr val="accent2"/>
          </a:solidFill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1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  <a:lvl2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lvl="0"/>
            <a:r>
              <a:rPr lang="de-DE" dirty="0" smtClean="0"/>
              <a:t>01</a:t>
            </a:r>
          </a:p>
        </p:txBody>
      </p:sp>
      <p:sp>
        <p:nvSpPr>
          <p:cNvPr id="67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1871890" y="4853146"/>
            <a:ext cx="6480625" cy="135765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9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4864271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2" name="Gruppieren 121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3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4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5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6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pic>
        <p:nvPicPr>
          <p:cNvPr id="2" name="Grafik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05485" y="870516"/>
            <a:ext cx="4104000" cy="3808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1471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_PL/HU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itel 4"/>
          <p:cNvSpPr>
            <a:spLocks noGrp="1"/>
          </p:cNvSpPr>
          <p:nvPr userDrawn="1">
            <p:ph type="title" hasCustomPrompt="1"/>
          </p:nvPr>
        </p:nvSpPr>
        <p:spPr bwMode="gray">
          <a:xfrm>
            <a:off x="439347" y="2818071"/>
            <a:ext cx="4032510" cy="837371"/>
          </a:xfrm>
        </p:spPr>
        <p:txBody>
          <a:bodyPr wrap="square"/>
          <a:lstStyle>
            <a:lvl1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 sz="1800" b="1" baseline="0">
                <a:solidFill>
                  <a:srgbClr val="333333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 smtClean="0"/>
              <a:t>Diese Folie leitet ein neues Kapitel ein</a:t>
            </a:r>
            <a:endParaRPr lang="de-DE" dirty="0"/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0" hasCustomPrompt="1"/>
          </p:nvPr>
        </p:nvSpPr>
        <p:spPr bwMode="gray">
          <a:xfrm>
            <a:off x="434193" y="2408806"/>
            <a:ext cx="324000" cy="324000"/>
          </a:xfrm>
          <a:solidFill>
            <a:schemeClr val="accent2"/>
          </a:solidFill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1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  <a:lvl2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lvl="0"/>
            <a:r>
              <a:rPr lang="de-DE" dirty="0" smtClean="0"/>
              <a:t>01</a:t>
            </a:r>
          </a:p>
        </p:txBody>
      </p:sp>
      <p:sp>
        <p:nvSpPr>
          <p:cNvPr id="67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1871890" y="4853146"/>
            <a:ext cx="6480625" cy="135765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9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4864271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2" name="Gruppieren 121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3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4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5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6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pic>
        <p:nvPicPr>
          <p:cNvPr id="38" name="Picture 2" descr="P:\Projekte\Herrmann_Ultraschall\06_TEMPLATE\_Data\slider-01.jpg"/>
          <p:cNvPicPr>
            <a:picLocks noChangeAspect="1" noChangeArrowheads="1"/>
          </p:cNvPicPr>
          <p:nvPr userDrawn="1"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5000" contrast="1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l="54697" r="15247"/>
          <a:stretch/>
        </p:blipFill>
        <p:spPr bwMode="gray">
          <a:xfrm>
            <a:off x="4600201" y="869355"/>
            <a:ext cx="4105275" cy="38147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7482924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_P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itel 4"/>
          <p:cNvSpPr>
            <a:spLocks noGrp="1"/>
          </p:cNvSpPr>
          <p:nvPr userDrawn="1">
            <p:ph type="title" hasCustomPrompt="1"/>
          </p:nvPr>
        </p:nvSpPr>
        <p:spPr bwMode="gray">
          <a:xfrm>
            <a:off x="439347" y="2818071"/>
            <a:ext cx="4032510" cy="837371"/>
          </a:xfrm>
        </p:spPr>
        <p:txBody>
          <a:bodyPr wrap="square"/>
          <a:lstStyle>
            <a:lvl1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 sz="1800" b="1" baseline="0">
                <a:solidFill>
                  <a:srgbClr val="333333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 smtClean="0"/>
              <a:t>Diese Folie leitet ein neues Kapitel ein</a:t>
            </a:r>
            <a:endParaRPr lang="de-DE" dirty="0"/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0" hasCustomPrompt="1"/>
          </p:nvPr>
        </p:nvSpPr>
        <p:spPr bwMode="gray">
          <a:xfrm>
            <a:off x="434193" y="2408806"/>
            <a:ext cx="324000" cy="324000"/>
          </a:xfrm>
          <a:solidFill>
            <a:schemeClr val="accent2"/>
          </a:solidFill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1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  <a:lvl2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lvl="0"/>
            <a:r>
              <a:rPr lang="de-DE" dirty="0" smtClean="0"/>
              <a:t>01</a:t>
            </a:r>
          </a:p>
        </p:txBody>
      </p:sp>
      <p:sp>
        <p:nvSpPr>
          <p:cNvPr id="67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1871890" y="4853146"/>
            <a:ext cx="6480625" cy="135765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9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4864271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2" name="Gruppieren 121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3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4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5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6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pic>
        <p:nvPicPr>
          <p:cNvPr id="2" name="Grafik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88808" y="878576"/>
            <a:ext cx="4104000" cy="3808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0226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_N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itel 4"/>
          <p:cNvSpPr>
            <a:spLocks noGrp="1"/>
          </p:cNvSpPr>
          <p:nvPr userDrawn="1">
            <p:ph type="title" hasCustomPrompt="1"/>
          </p:nvPr>
        </p:nvSpPr>
        <p:spPr bwMode="gray">
          <a:xfrm>
            <a:off x="439347" y="2818071"/>
            <a:ext cx="4032510" cy="837371"/>
          </a:xfrm>
        </p:spPr>
        <p:txBody>
          <a:bodyPr wrap="square"/>
          <a:lstStyle>
            <a:lvl1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 sz="1800" b="1" baseline="0">
                <a:solidFill>
                  <a:srgbClr val="333333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 smtClean="0"/>
              <a:t>Diese Folie leitet ein neues Kapitel ein</a:t>
            </a:r>
            <a:endParaRPr lang="de-DE" dirty="0"/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0" hasCustomPrompt="1"/>
          </p:nvPr>
        </p:nvSpPr>
        <p:spPr bwMode="gray">
          <a:xfrm>
            <a:off x="434193" y="2408806"/>
            <a:ext cx="324000" cy="324000"/>
          </a:xfrm>
          <a:solidFill>
            <a:schemeClr val="accent2"/>
          </a:solidFill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1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  <a:lvl2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lvl="0"/>
            <a:r>
              <a:rPr lang="de-DE" dirty="0" smtClean="0"/>
              <a:t>01</a:t>
            </a:r>
          </a:p>
        </p:txBody>
      </p:sp>
      <p:sp>
        <p:nvSpPr>
          <p:cNvPr id="67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1871890" y="4853146"/>
            <a:ext cx="6480625" cy="135765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9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4864271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2" name="Gruppieren 121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3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4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5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6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pic>
        <p:nvPicPr>
          <p:cNvPr id="2" name="Grafik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13552" y="871829"/>
            <a:ext cx="4104000" cy="3808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39748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Kapiteltrenner_M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itel 4"/>
          <p:cNvSpPr>
            <a:spLocks noGrp="1"/>
          </p:cNvSpPr>
          <p:nvPr userDrawn="1">
            <p:ph type="title" hasCustomPrompt="1"/>
          </p:nvPr>
        </p:nvSpPr>
        <p:spPr bwMode="gray">
          <a:xfrm>
            <a:off x="439347" y="2818071"/>
            <a:ext cx="4032510" cy="837371"/>
          </a:xfrm>
        </p:spPr>
        <p:txBody>
          <a:bodyPr wrap="square"/>
          <a:lstStyle>
            <a:lvl1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 sz="1800" b="1" baseline="0">
                <a:solidFill>
                  <a:srgbClr val="333333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 smtClean="0"/>
              <a:t>Diese Folie leitet ein neues Kapitel ein</a:t>
            </a:r>
            <a:endParaRPr lang="de-DE" dirty="0"/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0" hasCustomPrompt="1"/>
          </p:nvPr>
        </p:nvSpPr>
        <p:spPr bwMode="gray">
          <a:xfrm>
            <a:off x="434193" y="2408806"/>
            <a:ext cx="324000" cy="324000"/>
          </a:xfrm>
          <a:solidFill>
            <a:schemeClr val="accent2"/>
          </a:solidFill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1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  <a:lvl2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lvl="0"/>
            <a:r>
              <a:rPr lang="de-DE" dirty="0" smtClean="0"/>
              <a:t>01</a:t>
            </a:r>
          </a:p>
        </p:txBody>
      </p:sp>
      <p:sp>
        <p:nvSpPr>
          <p:cNvPr id="67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1871890" y="4853146"/>
            <a:ext cx="6480625" cy="135765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9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4864271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2" name="Gruppieren 121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3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4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5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6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pic>
        <p:nvPicPr>
          <p:cNvPr id="39" name="Grafik 3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02048" y="862363"/>
            <a:ext cx="4111740" cy="381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92845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6"/>
          <p:cNvSpPr>
            <a:spLocks noGrp="1"/>
          </p:cNvSpPr>
          <p:nvPr>
            <p:ph type="sldNum" sz="quarter" idx="1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006133C-6716-453B-AA54-8455677CE4FF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5" name="Datumsplatzhalter 14"/>
          <p:cNvSpPr>
            <a:spLocks noGrp="1"/>
          </p:cNvSpPr>
          <p:nvPr>
            <p:ph type="dt" sz="half" idx="12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" name="Textplatzhalter 4"/>
          <p:cNvSpPr>
            <a:spLocks noGrp="1"/>
          </p:cNvSpPr>
          <p:nvPr>
            <p:ph type="body" sz="quarter" idx="17" hasCustomPrompt="1"/>
          </p:nvPr>
        </p:nvSpPr>
        <p:spPr bwMode="gray">
          <a:xfrm>
            <a:off x="431800" y="468278"/>
            <a:ext cx="6444456" cy="300675"/>
          </a:xfrm>
        </p:spPr>
        <p:txBody>
          <a:bodyPr/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1">
                <a:solidFill>
                  <a:schemeClr val="tx1"/>
                </a:solidFill>
              </a:defRPr>
            </a:lvl1pPr>
            <a:lvl2pPr marL="0" indent="0"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chemeClr val="tx1"/>
                </a:solidFill>
              </a:defRPr>
            </a:lvl2pPr>
            <a:lvl3pPr marL="0" indent="0"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chemeClr val="tx1"/>
                </a:solidFill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chemeClr val="tx1"/>
                </a:solidFill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1">
                <a:solidFill>
                  <a:schemeClr val="tx1"/>
                </a:solidFill>
              </a:defRPr>
            </a:lvl5pPr>
            <a:lvl6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1">
                <a:solidFill>
                  <a:schemeClr val="tx1"/>
                </a:solidFill>
              </a:defRPr>
            </a:lvl6pPr>
            <a:lvl7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1">
                <a:solidFill>
                  <a:schemeClr val="tx1"/>
                </a:solidFill>
              </a:defRPr>
            </a:lvl7pPr>
            <a:lvl8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1">
                <a:solidFill>
                  <a:schemeClr val="tx1"/>
                </a:solidFill>
              </a:defRPr>
            </a:lvl8pPr>
            <a:lvl9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1">
                <a:solidFill>
                  <a:schemeClr val="tx1"/>
                </a:solidFill>
              </a:defRPr>
            </a:lvl9pPr>
          </a:lstStyle>
          <a:p>
            <a:pPr lvl="0"/>
            <a:r>
              <a:rPr lang="de-DE" dirty="0" smtClean="0"/>
              <a:t>Agenda</a:t>
            </a:r>
            <a:endParaRPr lang="de-DE" dirty="0"/>
          </a:p>
        </p:txBody>
      </p:sp>
      <p:sp>
        <p:nvSpPr>
          <p:cNvPr id="7" name="Fußzeilenplatzhalter 6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356676364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platzhalter 14"/>
          <p:cNvSpPr>
            <a:spLocks noGrp="1"/>
          </p:cNvSpPr>
          <p:nvPr>
            <p:ph type="body" sz="quarter" idx="13"/>
          </p:nvPr>
        </p:nvSpPr>
        <p:spPr bwMode="gray">
          <a:xfrm>
            <a:off x="431800" y="864394"/>
            <a:ext cx="8278988" cy="3814762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4" name="Foliennummernplatzhalter 4"/>
          <p:cNvSpPr>
            <a:spLocks noGrp="1"/>
          </p:cNvSpPr>
          <p:nvPr>
            <p:ph type="sldNum" sz="quarter" idx="14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B3FB55F-4BDC-4E07-AC86-33CFA4FC381D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16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  <p:sp>
        <p:nvSpPr>
          <p:cNvPr id="8" name="Titel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961496759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50/50 Text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platzhalter 5"/>
          <p:cNvSpPr>
            <a:spLocks noGrp="1"/>
          </p:cNvSpPr>
          <p:nvPr>
            <p:ph type="body" sz="quarter" idx="29"/>
          </p:nvPr>
        </p:nvSpPr>
        <p:spPr bwMode="gray">
          <a:xfrm>
            <a:off x="434180" y="864543"/>
            <a:ext cx="4103689" cy="3816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8" name="Textplatzhalter 5"/>
          <p:cNvSpPr>
            <a:spLocks noGrp="1"/>
          </p:cNvSpPr>
          <p:nvPr>
            <p:ph type="body" sz="quarter" idx="33"/>
          </p:nvPr>
        </p:nvSpPr>
        <p:spPr bwMode="gray">
          <a:xfrm>
            <a:off x="4610894" y="864543"/>
            <a:ext cx="4102275" cy="3816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5" name="Foliennummernplatzhalter 5"/>
          <p:cNvSpPr>
            <a:spLocks noGrp="1"/>
          </p:cNvSpPr>
          <p:nvPr>
            <p:ph type="sldNum" sz="quarter" idx="34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07F5F06-0E9B-45E0-BFA4-77694FA369A6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7" name="Datumsplatzhalter 14"/>
          <p:cNvSpPr>
            <a:spLocks noGrp="1"/>
          </p:cNvSpPr>
          <p:nvPr>
            <p:ph type="dt" sz="half" idx="35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36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  <p:sp>
        <p:nvSpPr>
          <p:cNvPr id="4" name="Titel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66985158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WOT/SSCR Text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hteck 11"/>
          <p:cNvSpPr/>
          <p:nvPr userDrawn="1"/>
        </p:nvSpPr>
        <p:spPr bwMode="gray">
          <a:xfrm>
            <a:off x="431799" y="862013"/>
            <a:ext cx="4105276" cy="187166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0"/>
              </a:spcAft>
            </a:pPr>
            <a:r>
              <a:rPr lang="en-US" sz="12000" b="1" dirty="0" smtClean="0"/>
              <a:t>S</a:t>
            </a:r>
          </a:p>
        </p:txBody>
      </p:sp>
      <p:sp>
        <p:nvSpPr>
          <p:cNvPr id="13" name="Rechteck 12"/>
          <p:cNvSpPr/>
          <p:nvPr userDrawn="1"/>
        </p:nvSpPr>
        <p:spPr bwMode="gray">
          <a:xfrm>
            <a:off x="4608513" y="862013"/>
            <a:ext cx="4105276" cy="187166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0"/>
              </a:spcAft>
            </a:pPr>
            <a:r>
              <a:rPr lang="en-US" sz="12000" b="1" dirty="0" smtClean="0"/>
              <a:t>S</a:t>
            </a:r>
          </a:p>
        </p:txBody>
      </p:sp>
      <p:sp>
        <p:nvSpPr>
          <p:cNvPr id="14" name="Rechteck 13"/>
          <p:cNvSpPr/>
          <p:nvPr userDrawn="1"/>
        </p:nvSpPr>
        <p:spPr bwMode="gray">
          <a:xfrm>
            <a:off x="431800" y="2806701"/>
            <a:ext cx="4105276" cy="187166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0"/>
              </a:spcAft>
            </a:pPr>
            <a:r>
              <a:rPr lang="en-US" sz="12000" b="1" dirty="0" smtClean="0"/>
              <a:t>C</a:t>
            </a:r>
          </a:p>
        </p:txBody>
      </p:sp>
      <p:sp>
        <p:nvSpPr>
          <p:cNvPr id="15" name="Rechteck 14"/>
          <p:cNvSpPr/>
          <p:nvPr userDrawn="1"/>
        </p:nvSpPr>
        <p:spPr bwMode="gray">
          <a:xfrm>
            <a:off x="4608513" y="2806701"/>
            <a:ext cx="4101604" cy="187166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0"/>
              </a:spcAft>
            </a:pPr>
            <a:r>
              <a:rPr lang="en-US" sz="12000" b="1" dirty="0" smtClean="0"/>
              <a:t>R</a:t>
            </a:r>
          </a:p>
        </p:txBody>
      </p:sp>
      <p:sp>
        <p:nvSpPr>
          <p:cNvPr id="5" name="Foliennummernplatzhalter 5"/>
          <p:cNvSpPr>
            <a:spLocks noGrp="1"/>
          </p:cNvSpPr>
          <p:nvPr>
            <p:ph type="sldNum" sz="quarter" idx="34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07F5F06-0E9B-45E0-BFA4-77694FA369A6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7" name="Datumsplatzhalter 14"/>
          <p:cNvSpPr>
            <a:spLocks noGrp="1"/>
          </p:cNvSpPr>
          <p:nvPr>
            <p:ph type="dt" sz="half" idx="35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36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  <p:sp>
        <p:nvSpPr>
          <p:cNvPr id="4" name="Titel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18" name="Textfeld 17"/>
          <p:cNvSpPr txBox="1"/>
          <p:nvPr userDrawn="1"/>
        </p:nvSpPr>
        <p:spPr bwMode="gray">
          <a:xfrm>
            <a:off x="440902" y="867581"/>
            <a:ext cx="4103097" cy="28800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87313" indent="0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None/>
            </a:pPr>
            <a:r>
              <a:rPr lang="de-DE" sz="1600" b="1" dirty="0" smtClean="0">
                <a:solidFill>
                  <a:schemeClr val="tx1"/>
                </a:solidFill>
                <a:latin typeface="+mn-lt"/>
              </a:rPr>
              <a:t>Stärken</a:t>
            </a:r>
          </a:p>
        </p:txBody>
      </p:sp>
      <p:sp>
        <p:nvSpPr>
          <p:cNvPr id="28" name="Textplatzhalter 27"/>
          <p:cNvSpPr>
            <a:spLocks noGrp="1"/>
          </p:cNvSpPr>
          <p:nvPr>
            <p:ph type="body" sz="quarter" idx="40"/>
          </p:nvPr>
        </p:nvSpPr>
        <p:spPr>
          <a:xfrm>
            <a:off x="4614863" y="1167984"/>
            <a:ext cx="4102100" cy="1565691"/>
          </a:xfrm>
        </p:spPr>
        <p:txBody>
          <a:bodyPr/>
          <a:lstStyle>
            <a:lvl1pPr marL="269875" marR="0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 sz="1400"/>
            </a:lvl1pPr>
            <a:lvl2pPr marL="446088" indent="-176213">
              <a:defRPr sz="1200"/>
            </a:lvl2pPr>
            <a:lvl3pPr marL="636588" indent="-198438">
              <a:defRPr sz="1200"/>
            </a:lvl3pPr>
            <a:lvl4pPr marL="804863" indent="-176213">
              <a:defRPr sz="1200"/>
            </a:lvl4pPr>
            <a:lvl5pPr marL="269875" indent="-182563">
              <a:defRPr sz="1400"/>
            </a:lvl5pPr>
          </a:lstStyle>
          <a:p>
            <a:pPr marL="269875" marR="0" lvl="0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Formatvorlagen des Textmasters bearbeiten</a:t>
            </a:r>
          </a:p>
          <a:p>
            <a:pPr marL="269875" marR="0" lvl="1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Zweite Ebene</a:t>
            </a:r>
          </a:p>
          <a:p>
            <a:pPr marL="269875" marR="0" lvl="2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Dritte Ebene</a:t>
            </a:r>
          </a:p>
          <a:p>
            <a:pPr marL="269875" marR="0" lvl="3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Vierte Ebene</a:t>
            </a:r>
          </a:p>
          <a:p>
            <a:pPr marL="269875" marR="0" lvl="4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29" name="Textplatzhalter 27"/>
          <p:cNvSpPr>
            <a:spLocks noGrp="1"/>
          </p:cNvSpPr>
          <p:nvPr>
            <p:ph type="body" sz="quarter" idx="41"/>
          </p:nvPr>
        </p:nvSpPr>
        <p:spPr>
          <a:xfrm>
            <a:off x="436072" y="1174336"/>
            <a:ext cx="4102100" cy="1565414"/>
          </a:xfrm>
        </p:spPr>
        <p:txBody>
          <a:bodyPr/>
          <a:lstStyle>
            <a:lvl1pPr marL="269875" indent="-182563">
              <a:buClr>
                <a:schemeClr val="accent2"/>
              </a:buClr>
              <a:buFont typeface="Wingdings" panose="05000000000000000000" pitchFamily="2" charset="2"/>
              <a:buChar char="§"/>
              <a:tabLst/>
              <a:defRPr sz="1400"/>
            </a:lvl1pPr>
            <a:lvl2pPr marL="446088" indent="-176213">
              <a:defRPr sz="1200"/>
            </a:lvl2pPr>
            <a:lvl3pPr marL="636588" indent="-198438">
              <a:defRPr sz="1200"/>
            </a:lvl3pPr>
            <a:lvl4pPr marL="804863" indent="-176213">
              <a:defRPr sz="1200"/>
            </a:lvl4pPr>
            <a:lvl5pPr marL="269875" indent="-182563">
              <a:defRPr sz="1400"/>
            </a:lvl5pPr>
          </a:lstStyle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31" name="Textfeld 30"/>
          <p:cNvSpPr txBox="1"/>
          <p:nvPr userDrawn="1"/>
        </p:nvSpPr>
        <p:spPr bwMode="gray">
          <a:xfrm>
            <a:off x="436040" y="2813504"/>
            <a:ext cx="4103097" cy="28800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87313" indent="0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None/>
            </a:pPr>
            <a:r>
              <a:rPr lang="de-DE" sz="1600" b="1" dirty="0" smtClean="0">
                <a:solidFill>
                  <a:schemeClr val="tx1"/>
                </a:solidFill>
                <a:latin typeface="+mn-lt"/>
              </a:rPr>
              <a:t>Chancen</a:t>
            </a:r>
          </a:p>
        </p:txBody>
      </p:sp>
      <p:sp>
        <p:nvSpPr>
          <p:cNvPr id="33" name="Textfeld 32"/>
          <p:cNvSpPr txBox="1"/>
          <p:nvPr userDrawn="1"/>
        </p:nvSpPr>
        <p:spPr bwMode="gray">
          <a:xfrm>
            <a:off x="4619152" y="2811301"/>
            <a:ext cx="4103097" cy="28800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87313" indent="0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None/>
            </a:pPr>
            <a:r>
              <a:rPr lang="de-DE" sz="1600" b="1" dirty="0" smtClean="0">
                <a:solidFill>
                  <a:schemeClr val="tx1"/>
                </a:solidFill>
                <a:latin typeface="+mn-lt"/>
              </a:rPr>
              <a:t>Risiken</a:t>
            </a:r>
          </a:p>
        </p:txBody>
      </p:sp>
      <p:sp>
        <p:nvSpPr>
          <p:cNvPr id="34" name="Textfeld 33"/>
          <p:cNvSpPr txBox="1"/>
          <p:nvPr userDrawn="1"/>
        </p:nvSpPr>
        <p:spPr bwMode="gray">
          <a:xfrm>
            <a:off x="4615993" y="869949"/>
            <a:ext cx="4103097" cy="28800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87313" indent="0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None/>
            </a:pPr>
            <a:r>
              <a:rPr lang="de-DE" sz="1600" b="1" dirty="0" smtClean="0">
                <a:solidFill>
                  <a:schemeClr val="tx1"/>
                </a:solidFill>
                <a:latin typeface="+mn-lt"/>
              </a:rPr>
              <a:t>Schwächen</a:t>
            </a:r>
          </a:p>
        </p:txBody>
      </p:sp>
      <p:sp>
        <p:nvSpPr>
          <p:cNvPr id="35" name="Textplatzhalter 27"/>
          <p:cNvSpPr>
            <a:spLocks noGrp="1"/>
          </p:cNvSpPr>
          <p:nvPr>
            <p:ph type="body" sz="quarter" idx="42"/>
          </p:nvPr>
        </p:nvSpPr>
        <p:spPr>
          <a:xfrm>
            <a:off x="4614560" y="3112674"/>
            <a:ext cx="4102100" cy="1566000"/>
          </a:xfrm>
        </p:spPr>
        <p:txBody>
          <a:bodyPr/>
          <a:lstStyle>
            <a:lvl1pPr marL="269875" marR="0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 sz="1400"/>
            </a:lvl1pPr>
            <a:lvl2pPr marL="446088" indent="-176213">
              <a:defRPr sz="1200"/>
            </a:lvl2pPr>
            <a:lvl3pPr marL="636588" indent="-198438">
              <a:defRPr sz="1200"/>
            </a:lvl3pPr>
            <a:lvl4pPr marL="804863" indent="-176213">
              <a:defRPr sz="1200"/>
            </a:lvl4pPr>
            <a:lvl5pPr marL="269875" indent="-182563">
              <a:defRPr sz="1400"/>
            </a:lvl5pPr>
          </a:lstStyle>
          <a:p>
            <a:pPr marL="269875" marR="0" lvl="0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Formatvorlagen des Textmasters bearbeiten</a:t>
            </a:r>
          </a:p>
          <a:p>
            <a:pPr marL="269875" marR="0" lvl="1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Zweite Ebene</a:t>
            </a:r>
          </a:p>
          <a:p>
            <a:pPr marL="269875" marR="0" lvl="2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Dritte Ebene</a:t>
            </a:r>
          </a:p>
          <a:p>
            <a:pPr marL="269875" marR="0" lvl="3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Vierte Ebene</a:t>
            </a:r>
          </a:p>
          <a:p>
            <a:pPr marL="269875" marR="0" lvl="4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36" name="Textplatzhalter 27"/>
          <p:cNvSpPr>
            <a:spLocks noGrp="1"/>
          </p:cNvSpPr>
          <p:nvPr>
            <p:ph type="body" sz="quarter" idx="43"/>
          </p:nvPr>
        </p:nvSpPr>
        <p:spPr>
          <a:xfrm>
            <a:off x="435769" y="3114876"/>
            <a:ext cx="4102100" cy="1565414"/>
          </a:xfrm>
        </p:spPr>
        <p:txBody>
          <a:bodyPr/>
          <a:lstStyle>
            <a:lvl1pPr marL="269875" marR="0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 sz="1400"/>
            </a:lvl1pPr>
            <a:lvl2pPr marL="446088" indent="-176213">
              <a:defRPr sz="1200"/>
            </a:lvl2pPr>
            <a:lvl3pPr marL="636588" indent="-198438">
              <a:defRPr sz="1200"/>
            </a:lvl3pPr>
            <a:lvl4pPr marL="804863" indent="-176213">
              <a:defRPr sz="1200"/>
            </a:lvl4pPr>
            <a:lvl5pPr marL="269875" indent="-182563">
              <a:defRPr sz="1400"/>
            </a:lvl5pPr>
          </a:lstStyle>
          <a:p>
            <a:pPr marL="269875" marR="0" lvl="0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Formatvorlagen des Textmasters bearbeiten</a:t>
            </a:r>
          </a:p>
          <a:p>
            <a:pPr marL="269875" marR="0" lvl="1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Zweite Ebene</a:t>
            </a:r>
          </a:p>
          <a:p>
            <a:pPr marL="269875" marR="0" lvl="2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Dritte Ebene</a:t>
            </a:r>
          </a:p>
          <a:p>
            <a:pPr marL="269875" marR="0" lvl="3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Vierte Ebene</a:t>
            </a:r>
          </a:p>
          <a:p>
            <a:pPr marL="269875" marR="0" lvl="4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275091157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75/25 Bild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6696870" y="864543"/>
            <a:ext cx="2016000" cy="3816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32"/>
          </p:nvPr>
        </p:nvSpPr>
        <p:spPr bwMode="gray">
          <a:xfrm>
            <a:off x="434181" y="864543"/>
            <a:ext cx="6191249" cy="3816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5" name="Foliennummernplatzhalter 5"/>
          <p:cNvSpPr>
            <a:spLocks noGrp="1"/>
          </p:cNvSpPr>
          <p:nvPr>
            <p:ph type="sldNum" sz="quarter" idx="33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E71D169-7A98-4BE5-933F-E6FE8C57A4D3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4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7" name="Fußzeilenplatzhalter 6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025974446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50/50 Bild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608513" y="863973"/>
            <a:ext cx="4103687" cy="3816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32"/>
          </p:nvPr>
        </p:nvSpPr>
        <p:spPr bwMode="gray">
          <a:xfrm>
            <a:off x="431801" y="863973"/>
            <a:ext cx="4105274" cy="3816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5" name="Foliennummernplatzhalter 5"/>
          <p:cNvSpPr>
            <a:spLocks noGrp="1"/>
          </p:cNvSpPr>
          <p:nvPr>
            <p:ph type="sldNum" sz="quarter" idx="33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E71D169-7A98-4BE5-933F-E6FE8C57A4D3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4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24268940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25/75 Bild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2520950" y="863973"/>
            <a:ext cx="6192000" cy="3816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32"/>
          </p:nvPr>
        </p:nvSpPr>
        <p:spPr bwMode="gray">
          <a:xfrm>
            <a:off x="434182" y="863973"/>
            <a:ext cx="2016124" cy="3816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5" name="Foliennummernplatzhalter 5"/>
          <p:cNvSpPr>
            <a:spLocks noGrp="1"/>
          </p:cNvSpPr>
          <p:nvPr>
            <p:ph type="sldNum" sz="quarter" idx="33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E71D169-7A98-4BE5-933F-E6FE8C57A4D3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4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7" name="Fußzeilenplatzhalter 6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76458932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50/50 Bild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0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610894" y="864393"/>
            <a:ext cx="4103687" cy="3816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4180" y="864393"/>
            <a:ext cx="4105275" cy="3816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034988299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0/50 Bild + Text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0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608513" y="863601"/>
            <a:ext cx="4103687" cy="1870073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1801" y="863601"/>
            <a:ext cx="4103687" cy="1870074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7" name="Textplatzhalter 3"/>
          <p:cNvSpPr>
            <a:spLocks noGrp="1"/>
          </p:cNvSpPr>
          <p:nvPr>
            <p:ph type="body" sz="quarter" idx="33"/>
          </p:nvPr>
        </p:nvSpPr>
        <p:spPr bwMode="gray">
          <a:xfrm>
            <a:off x="431802" y="2806822"/>
            <a:ext cx="4103686" cy="1869953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8" name="Textplatzhalter 3"/>
          <p:cNvSpPr>
            <a:spLocks noGrp="1"/>
          </p:cNvSpPr>
          <p:nvPr>
            <p:ph type="body" sz="quarter" idx="34"/>
          </p:nvPr>
        </p:nvSpPr>
        <p:spPr bwMode="gray">
          <a:xfrm>
            <a:off x="4610894" y="2806822"/>
            <a:ext cx="4102275" cy="1869953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04093145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Bilder quer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0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608513" y="863601"/>
            <a:ext cx="4103687" cy="1870073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1801" y="863601"/>
            <a:ext cx="4103687" cy="1870074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  <p:sp>
        <p:nvSpPr>
          <p:cNvPr id="11" name="Bildplatzhalter 10"/>
          <p:cNvSpPr>
            <a:spLocks noGrp="1"/>
          </p:cNvSpPr>
          <p:nvPr>
            <p:ph type="pic" sz="quarter" idx="36"/>
          </p:nvPr>
        </p:nvSpPr>
        <p:spPr bwMode="gray">
          <a:xfrm>
            <a:off x="4611484" y="2806701"/>
            <a:ext cx="4103687" cy="1870073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3" name="Bildplatzhalter 10"/>
          <p:cNvSpPr>
            <a:spLocks noGrp="1"/>
          </p:cNvSpPr>
          <p:nvPr>
            <p:ph type="pic" sz="quarter" idx="37"/>
          </p:nvPr>
        </p:nvSpPr>
        <p:spPr bwMode="gray">
          <a:xfrm>
            <a:off x="434772" y="2806701"/>
            <a:ext cx="4103687" cy="1870074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811201388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2 Bilder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608513" y="863972"/>
            <a:ext cx="4103687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7" name="Textplatzhalter 3"/>
          <p:cNvSpPr>
            <a:spLocks noGrp="1"/>
          </p:cNvSpPr>
          <p:nvPr>
            <p:ph type="body" sz="quarter" idx="33"/>
          </p:nvPr>
        </p:nvSpPr>
        <p:spPr bwMode="gray">
          <a:xfrm>
            <a:off x="431801" y="864393"/>
            <a:ext cx="4105273" cy="3816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11" name="Bildplatzhalter 10"/>
          <p:cNvSpPr>
            <a:spLocks noGrp="1"/>
          </p:cNvSpPr>
          <p:nvPr>
            <p:ph type="pic" sz="quarter" idx="34"/>
          </p:nvPr>
        </p:nvSpPr>
        <p:spPr bwMode="gray">
          <a:xfrm>
            <a:off x="4610894" y="2806725"/>
            <a:ext cx="4103687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71482926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oben + Text unten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4772" y="863972"/>
            <a:ext cx="8279016" cy="3290204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7" name="Textplatzhalter 3"/>
          <p:cNvSpPr>
            <a:spLocks noGrp="1"/>
          </p:cNvSpPr>
          <p:nvPr>
            <p:ph type="body" sz="quarter" idx="33"/>
          </p:nvPr>
        </p:nvSpPr>
        <p:spPr bwMode="gray">
          <a:xfrm>
            <a:off x="431801" y="4227934"/>
            <a:ext cx="8281987" cy="450429"/>
          </a:xfrm>
        </p:spPr>
        <p:txBody>
          <a:bodyPr/>
          <a:lstStyle>
            <a:lvl1pPr>
              <a:defRPr sz="1200"/>
            </a:lvl1pPr>
            <a:lvl2pPr>
              <a:defRPr sz="1200"/>
            </a:lvl2pPr>
            <a:lvl3pPr>
              <a:defRPr sz="1100"/>
            </a:lvl3pPr>
            <a:lvl4pPr>
              <a:defRPr sz="1100"/>
            </a:lvl4pPr>
            <a:lvl5pPr>
              <a:defRPr sz="1200"/>
            </a:lvl5pPr>
          </a:lstStyle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97302316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2/3 + Text 1/3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1799" y="863971"/>
            <a:ext cx="5148321" cy="381439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7" name="Textplatzhalter 3"/>
          <p:cNvSpPr>
            <a:spLocks noGrp="1"/>
          </p:cNvSpPr>
          <p:nvPr>
            <p:ph type="body" sz="quarter" idx="33"/>
          </p:nvPr>
        </p:nvSpPr>
        <p:spPr bwMode="gray">
          <a:xfrm>
            <a:off x="5656961" y="863971"/>
            <a:ext cx="3053827" cy="3816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02904966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25/75 Bild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0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2519363" y="864394"/>
            <a:ext cx="6192837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4182" y="864394"/>
            <a:ext cx="2016124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  <p:sp>
        <p:nvSpPr>
          <p:cNvPr id="4" name="Titel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99742741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75/25 Bild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0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6696075" y="864394"/>
            <a:ext cx="2016125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4181" y="864394"/>
            <a:ext cx="6192838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31668656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Bilder hoch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3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1801" y="864394"/>
            <a:ext cx="2016124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5" name="Bildplatzhalter 10"/>
          <p:cNvSpPr>
            <a:spLocks noGrp="1"/>
          </p:cNvSpPr>
          <p:nvPr>
            <p:ph type="pic" sz="quarter" idx="33"/>
          </p:nvPr>
        </p:nvSpPr>
        <p:spPr bwMode="gray">
          <a:xfrm>
            <a:off x="2519363" y="864394"/>
            <a:ext cx="2016124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6" name="Bildplatzhalter 10"/>
          <p:cNvSpPr>
            <a:spLocks noGrp="1"/>
          </p:cNvSpPr>
          <p:nvPr>
            <p:ph type="pic" sz="quarter" idx="34"/>
          </p:nvPr>
        </p:nvSpPr>
        <p:spPr bwMode="gray">
          <a:xfrm>
            <a:off x="4608513" y="864394"/>
            <a:ext cx="2016124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8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6696075" y="864394"/>
            <a:ext cx="2016125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028740702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Bilder + Text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9" name="Textplatzhalter 3"/>
          <p:cNvSpPr>
            <a:spLocks noGrp="1"/>
          </p:cNvSpPr>
          <p:nvPr>
            <p:ph type="body" sz="quarter" idx="35"/>
          </p:nvPr>
        </p:nvSpPr>
        <p:spPr bwMode="gray">
          <a:xfrm>
            <a:off x="434183" y="2807494"/>
            <a:ext cx="2015998" cy="1872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11" name="Textplatzhalter 3"/>
          <p:cNvSpPr>
            <a:spLocks noGrp="1"/>
          </p:cNvSpPr>
          <p:nvPr>
            <p:ph type="body" sz="quarter" idx="36"/>
          </p:nvPr>
        </p:nvSpPr>
        <p:spPr bwMode="gray">
          <a:xfrm>
            <a:off x="2520950" y="2807494"/>
            <a:ext cx="2016000" cy="1872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13" name="Textplatzhalter 3"/>
          <p:cNvSpPr>
            <a:spLocks noGrp="1"/>
          </p:cNvSpPr>
          <p:nvPr>
            <p:ph type="body" sz="quarter" idx="37"/>
          </p:nvPr>
        </p:nvSpPr>
        <p:spPr bwMode="gray">
          <a:xfrm>
            <a:off x="4610895" y="2807494"/>
            <a:ext cx="2014536" cy="1872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14" name="Textplatzhalter 3"/>
          <p:cNvSpPr>
            <a:spLocks noGrp="1"/>
          </p:cNvSpPr>
          <p:nvPr>
            <p:ph type="body" sz="quarter" idx="38"/>
          </p:nvPr>
        </p:nvSpPr>
        <p:spPr bwMode="gray">
          <a:xfrm>
            <a:off x="6696870" y="2807494"/>
            <a:ext cx="2011537" cy="1872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16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4182" y="864395"/>
            <a:ext cx="2016124" cy="1871661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8" name="Bildplatzhalter 10"/>
          <p:cNvSpPr>
            <a:spLocks noGrp="1"/>
          </p:cNvSpPr>
          <p:nvPr>
            <p:ph type="pic" sz="quarter" idx="33"/>
          </p:nvPr>
        </p:nvSpPr>
        <p:spPr bwMode="gray">
          <a:xfrm>
            <a:off x="2521744" y="864395"/>
            <a:ext cx="2016124" cy="1871661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9" name="Bildplatzhalter 10"/>
          <p:cNvSpPr>
            <a:spLocks noGrp="1"/>
          </p:cNvSpPr>
          <p:nvPr>
            <p:ph type="pic" sz="quarter" idx="34"/>
          </p:nvPr>
        </p:nvSpPr>
        <p:spPr bwMode="gray">
          <a:xfrm>
            <a:off x="4610894" y="864395"/>
            <a:ext cx="2016124" cy="1871661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20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6696075" y="864395"/>
            <a:ext cx="2016125" cy="1871661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9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00046884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 Bilder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5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4182" y="865083"/>
            <a:ext cx="2016124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26" name="Bildplatzhalter 10"/>
          <p:cNvSpPr>
            <a:spLocks noGrp="1"/>
          </p:cNvSpPr>
          <p:nvPr>
            <p:ph type="pic" sz="quarter" idx="33"/>
          </p:nvPr>
        </p:nvSpPr>
        <p:spPr bwMode="gray">
          <a:xfrm>
            <a:off x="2521744" y="865083"/>
            <a:ext cx="2016124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27" name="Bildplatzhalter 10"/>
          <p:cNvSpPr>
            <a:spLocks noGrp="1"/>
          </p:cNvSpPr>
          <p:nvPr>
            <p:ph type="pic" sz="quarter" idx="34"/>
          </p:nvPr>
        </p:nvSpPr>
        <p:spPr bwMode="gray">
          <a:xfrm>
            <a:off x="4610894" y="865083"/>
            <a:ext cx="2016124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28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6696075" y="865083"/>
            <a:ext cx="2016125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29" name="Bildplatzhalter 10"/>
          <p:cNvSpPr>
            <a:spLocks noGrp="1"/>
          </p:cNvSpPr>
          <p:nvPr>
            <p:ph type="pic" sz="quarter" idx="35"/>
          </p:nvPr>
        </p:nvSpPr>
        <p:spPr bwMode="gray">
          <a:xfrm>
            <a:off x="434182" y="2808252"/>
            <a:ext cx="2016124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0" name="Bildplatzhalter 10"/>
          <p:cNvSpPr>
            <a:spLocks noGrp="1"/>
          </p:cNvSpPr>
          <p:nvPr>
            <p:ph type="pic" sz="quarter" idx="36"/>
          </p:nvPr>
        </p:nvSpPr>
        <p:spPr bwMode="gray">
          <a:xfrm>
            <a:off x="2521744" y="2808252"/>
            <a:ext cx="2016124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1" name="Bildplatzhalter 10"/>
          <p:cNvSpPr>
            <a:spLocks noGrp="1"/>
          </p:cNvSpPr>
          <p:nvPr>
            <p:ph type="pic" sz="quarter" idx="37"/>
          </p:nvPr>
        </p:nvSpPr>
        <p:spPr bwMode="gray">
          <a:xfrm>
            <a:off x="4610894" y="2808252"/>
            <a:ext cx="2016124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2" name="Bildplatzhalter 10"/>
          <p:cNvSpPr>
            <a:spLocks noGrp="1"/>
          </p:cNvSpPr>
          <p:nvPr>
            <p:ph type="pic" sz="quarter" idx="38"/>
          </p:nvPr>
        </p:nvSpPr>
        <p:spPr bwMode="gray">
          <a:xfrm>
            <a:off x="6696075" y="2808252"/>
            <a:ext cx="2016125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9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84983463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  <p:extLst mod="1">
    <p:ext uri="{DCECCB84-F9BA-43D5-87BE-67443E8EF086}">
      <p15:sldGuideLst xmlns:p15="http://schemas.microsoft.com/office/powerpoint/2012/main"/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lbild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0F93ECFF-9824-47E4-B741-FA9348AE5497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5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34182" y="864394"/>
            <a:ext cx="8278988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32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64756468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r Titel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6"/>
          <p:cNvSpPr>
            <a:spLocks noGrp="1"/>
          </p:cNvSpPr>
          <p:nvPr>
            <p:ph type="sldNum" sz="quarter" idx="1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006133C-6716-453B-AA54-8455677CE4FF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5" name="Datumsplatzhalter 14"/>
          <p:cNvSpPr>
            <a:spLocks noGrp="1"/>
          </p:cNvSpPr>
          <p:nvPr>
            <p:ph type="dt" sz="half" idx="12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  <p:sp>
        <p:nvSpPr>
          <p:cNvPr id="6" name="Titel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84593795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sse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2521744" y="864393"/>
            <a:ext cx="6192837" cy="3816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32"/>
          </p:nvPr>
        </p:nvSpPr>
        <p:spPr bwMode="gray">
          <a:xfrm>
            <a:off x="434182" y="1900705"/>
            <a:ext cx="2016123" cy="2776069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5" name="Foliennummernplatzhalter 5"/>
          <p:cNvSpPr>
            <a:spLocks noGrp="1"/>
          </p:cNvSpPr>
          <p:nvPr>
            <p:ph type="sldNum" sz="quarter" idx="33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E71D169-7A98-4BE5-933F-E6FE8C57A4D3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4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7" name="Bildplatzhalter 6"/>
          <p:cNvSpPr>
            <a:spLocks noGrp="1"/>
          </p:cNvSpPr>
          <p:nvPr>
            <p:ph type="pic" sz="quarter" idx="35"/>
          </p:nvPr>
        </p:nvSpPr>
        <p:spPr bwMode="gray">
          <a:xfrm>
            <a:off x="434181" y="865084"/>
            <a:ext cx="2016125" cy="936000"/>
          </a:xfrm>
        </p:spPr>
        <p:txBody>
          <a:bodyPr/>
          <a:lstStyle/>
          <a:p>
            <a:r>
              <a:rPr lang="de-DE" smtClean="0"/>
              <a:t>Bild durch Klicken auf Symbol hinzufügen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36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09735436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Geschäftsbereiche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0F93ECFF-9824-47E4-B741-FA9348AE5497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5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31800" y="864393"/>
            <a:ext cx="2700000" cy="331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8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3222000" y="864393"/>
            <a:ext cx="2700000" cy="331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9" name="Bildplatzhalter 10"/>
          <p:cNvSpPr>
            <a:spLocks noGrp="1"/>
          </p:cNvSpPr>
          <p:nvPr>
            <p:ph type="pic" sz="quarter" idx="33"/>
          </p:nvPr>
        </p:nvSpPr>
        <p:spPr bwMode="gray">
          <a:xfrm>
            <a:off x="6010449" y="864691"/>
            <a:ext cx="2700000" cy="331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2" name="Textplatzhalter 11"/>
          <p:cNvSpPr>
            <a:spLocks noGrp="1"/>
          </p:cNvSpPr>
          <p:nvPr>
            <p:ph type="body" sz="quarter" idx="34"/>
          </p:nvPr>
        </p:nvSpPr>
        <p:spPr bwMode="gray">
          <a:xfrm>
            <a:off x="434181" y="4244806"/>
            <a:ext cx="2700000" cy="432000"/>
          </a:xfr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1pPr>
            <a:lvl2pPr marL="0" indent="0">
              <a:buNone/>
              <a:defRPr sz="1400" b="0">
                <a:solidFill>
                  <a:schemeClr val="tx1"/>
                </a:solidFill>
              </a:defRPr>
            </a:lvl2pPr>
            <a:lvl3pPr marL="0" indent="0">
              <a:buNone/>
              <a:defRPr sz="1400" b="0">
                <a:solidFill>
                  <a:schemeClr val="tx1"/>
                </a:solidFill>
              </a:defRPr>
            </a:lvl3pPr>
            <a:lvl4pPr marL="0" indent="0">
              <a:buNone/>
              <a:defRPr sz="1400" b="0">
                <a:solidFill>
                  <a:schemeClr val="tx1"/>
                </a:solidFill>
              </a:defRPr>
            </a:lvl4pPr>
            <a:lvl5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5pPr>
            <a:lvl6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6pPr>
            <a:lvl7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7pPr>
            <a:lvl8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8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17" name="Textplatzhalter 11"/>
          <p:cNvSpPr>
            <a:spLocks noGrp="1"/>
          </p:cNvSpPr>
          <p:nvPr>
            <p:ph type="body" sz="quarter" idx="35"/>
          </p:nvPr>
        </p:nvSpPr>
        <p:spPr bwMode="gray">
          <a:xfrm>
            <a:off x="3222000" y="4244806"/>
            <a:ext cx="2700000" cy="432000"/>
          </a:xfr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1pPr>
            <a:lvl2pPr marL="0" indent="0">
              <a:buNone/>
              <a:defRPr sz="1400" b="0">
                <a:solidFill>
                  <a:schemeClr val="tx1"/>
                </a:solidFill>
              </a:defRPr>
            </a:lvl2pPr>
            <a:lvl3pPr marL="0" indent="0">
              <a:buNone/>
              <a:defRPr sz="1400" b="0">
                <a:solidFill>
                  <a:schemeClr val="tx1"/>
                </a:solidFill>
              </a:defRPr>
            </a:lvl3pPr>
            <a:lvl4pPr marL="0" indent="0">
              <a:buNone/>
              <a:defRPr sz="1400" b="0">
                <a:solidFill>
                  <a:schemeClr val="tx1"/>
                </a:solidFill>
              </a:defRPr>
            </a:lvl4pPr>
            <a:lvl5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5pPr>
            <a:lvl6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6pPr>
            <a:lvl7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7pPr>
            <a:lvl8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8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18" name="Textplatzhalter 11"/>
          <p:cNvSpPr>
            <a:spLocks noGrp="1"/>
          </p:cNvSpPr>
          <p:nvPr>
            <p:ph type="body" sz="quarter" idx="36"/>
          </p:nvPr>
        </p:nvSpPr>
        <p:spPr bwMode="gray">
          <a:xfrm>
            <a:off x="6010450" y="4244806"/>
            <a:ext cx="2700000" cy="432000"/>
          </a:xfr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1pPr>
            <a:lvl2pPr marL="0" indent="0">
              <a:buNone/>
              <a:defRPr sz="1400" b="0">
                <a:solidFill>
                  <a:schemeClr val="tx1"/>
                </a:solidFill>
              </a:defRPr>
            </a:lvl2pPr>
            <a:lvl3pPr marL="0" indent="0">
              <a:buNone/>
              <a:defRPr sz="1400" b="0">
                <a:solidFill>
                  <a:schemeClr val="tx1"/>
                </a:solidFill>
              </a:defRPr>
            </a:lvl3pPr>
            <a:lvl4pPr marL="0" indent="0">
              <a:buNone/>
              <a:defRPr sz="1400" b="0">
                <a:solidFill>
                  <a:schemeClr val="tx1"/>
                </a:solidFill>
              </a:defRPr>
            </a:lvl4pPr>
            <a:lvl5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5pPr>
            <a:lvl6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6pPr>
            <a:lvl7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7pPr>
            <a:lvl8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8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37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53190928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Geschäftsbereiche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0F93ECFF-9824-47E4-B741-FA9348AE5497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5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34181" y="864095"/>
            <a:ext cx="2016125" cy="331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9" name="Bildplatzhalter 10"/>
          <p:cNvSpPr>
            <a:spLocks noGrp="1"/>
          </p:cNvSpPr>
          <p:nvPr>
            <p:ph type="pic" sz="quarter" idx="33"/>
          </p:nvPr>
        </p:nvSpPr>
        <p:spPr bwMode="gray">
          <a:xfrm>
            <a:off x="6698456" y="864393"/>
            <a:ext cx="2014374" cy="331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2" name="Textplatzhalter 11"/>
          <p:cNvSpPr>
            <a:spLocks noGrp="1"/>
          </p:cNvSpPr>
          <p:nvPr>
            <p:ph type="body" sz="quarter" idx="34"/>
          </p:nvPr>
        </p:nvSpPr>
        <p:spPr bwMode="gray">
          <a:xfrm>
            <a:off x="434181" y="4244659"/>
            <a:ext cx="2016125" cy="432000"/>
          </a:xfr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1pPr>
            <a:lvl2pPr marL="0" indent="0">
              <a:buNone/>
              <a:defRPr sz="1400" b="0">
                <a:solidFill>
                  <a:schemeClr val="tx1"/>
                </a:solidFill>
              </a:defRPr>
            </a:lvl2pPr>
            <a:lvl3pPr marL="0" indent="0">
              <a:buNone/>
              <a:defRPr sz="1400" b="0">
                <a:solidFill>
                  <a:schemeClr val="tx1"/>
                </a:solidFill>
              </a:defRPr>
            </a:lvl3pPr>
            <a:lvl4pPr marL="0" indent="0">
              <a:buNone/>
              <a:defRPr sz="1400" b="0">
                <a:solidFill>
                  <a:schemeClr val="tx1"/>
                </a:solidFill>
              </a:defRPr>
            </a:lvl4pPr>
            <a:lvl5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5pPr>
            <a:lvl6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6pPr>
            <a:lvl7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7pPr>
            <a:lvl8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8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18" name="Textplatzhalter 11"/>
          <p:cNvSpPr>
            <a:spLocks noGrp="1"/>
          </p:cNvSpPr>
          <p:nvPr>
            <p:ph type="body" sz="quarter" idx="36"/>
          </p:nvPr>
        </p:nvSpPr>
        <p:spPr bwMode="gray">
          <a:xfrm>
            <a:off x="6696074" y="4244659"/>
            <a:ext cx="2014375" cy="432000"/>
          </a:xfr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1pPr>
            <a:lvl2pPr marL="0" indent="0">
              <a:buNone/>
              <a:defRPr sz="1400" b="0">
                <a:solidFill>
                  <a:schemeClr val="tx1"/>
                </a:solidFill>
              </a:defRPr>
            </a:lvl2pPr>
            <a:lvl3pPr marL="0" indent="0">
              <a:buNone/>
              <a:defRPr sz="1400" b="0">
                <a:solidFill>
                  <a:schemeClr val="tx1"/>
                </a:solidFill>
              </a:defRPr>
            </a:lvl3pPr>
            <a:lvl4pPr marL="0" indent="0">
              <a:buNone/>
              <a:defRPr sz="1400" b="0">
                <a:solidFill>
                  <a:schemeClr val="tx1"/>
                </a:solidFill>
              </a:defRPr>
            </a:lvl4pPr>
            <a:lvl5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5pPr>
            <a:lvl6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6pPr>
            <a:lvl7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7pPr>
            <a:lvl8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8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13" name="Bildplatzhalter 10"/>
          <p:cNvSpPr>
            <a:spLocks noGrp="1"/>
          </p:cNvSpPr>
          <p:nvPr>
            <p:ph type="pic" sz="quarter" idx="37"/>
          </p:nvPr>
        </p:nvSpPr>
        <p:spPr bwMode="gray">
          <a:xfrm>
            <a:off x="2521744" y="864095"/>
            <a:ext cx="2016125" cy="331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4" name="Textplatzhalter 11"/>
          <p:cNvSpPr>
            <a:spLocks noGrp="1"/>
          </p:cNvSpPr>
          <p:nvPr>
            <p:ph type="body" sz="quarter" idx="38"/>
          </p:nvPr>
        </p:nvSpPr>
        <p:spPr bwMode="gray">
          <a:xfrm>
            <a:off x="2521744" y="4244659"/>
            <a:ext cx="2016125" cy="432000"/>
          </a:xfr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1pPr>
            <a:lvl2pPr marL="0" indent="0">
              <a:buNone/>
              <a:defRPr sz="1400" b="0">
                <a:solidFill>
                  <a:schemeClr val="tx1"/>
                </a:solidFill>
              </a:defRPr>
            </a:lvl2pPr>
            <a:lvl3pPr marL="0" indent="0">
              <a:buNone/>
              <a:defRPr sz="1400" b="0">
                <a:solidFill>
                  <a:schemeClr val="tx1"/>
                </a:solidFill>
              </a:defRPr>
            </a:lvl3pPr>
            <a:lvl4pPr marL="0" indent="0">
              <a:buNone/>
              <a:defRPr sz="1400" b="0">
                <a:solidFill>
                  <a:schemeClr val="tx1"/>
                </a:solidFill>
              </a:defRPr>
            </a:lvl4pPr>
            <a:lvl5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5pPr>
            <a:lvl6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6pPr>
            <a:lvl7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7pPr>
            <a:lvl8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8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16" name="Bildplatzhalter 10"/>
          <p:cNvSpPr>
            <a:spLocks noGrp="1"/>
          </p:cNvSpPr>
          <p:nvPr>
            <p:ph type="pic" sz="quarter" idx="39"/>
          </p:nvPr>
        </p:nvSpPr>
        <p:spPr bwMode="gray">
          <a:xfrm>
            <a:off x="4608513" y="863324"/>
            <a:ext cx="2016125" cy="331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9" name="Textplatzhalter 11"/>
          <p:cNvSpPr>
            <a:spLocks noGrp="1"/>
          </p:cNvSpPr>
          <p:nvPr>
            <p:ph type="body" sz="quarter" idx="40"/>
          </p:nvPr>
        </p:nvSpPr>
        <p:spPr bwMode="gray">
          <a:xfrm>
            <a:off x="4610894" y="4239830"/>
            <a:ext cx="2016125" cy="432000"/>
          </a:xfr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1pPr>
            <a:lvl2pPr marL="0" indent="0">
              <a:buNone/>
              <a:defRPr sz="1400" b="0">
                <a:solidFill>
                  <a:schemeClr val="tx1"/>
                </a:solidFill>
              </a:defRPr>
            </a:lvl2pPr>
            <a:lvl3pPr marL="0" indent="0">
              <a:buNone/>
              <a:defRPr sz="1400" b="0">
                <a:solidFill>
                  <a:schemeClr val="tx1"/>
                </a:solidFill>
              </a:defRPr>
            </a:lvl3pPr>
            <a:lvl4pPr marL="0" indent="0">
              <a:buNone/>
              <a:defRPr sz="1400" b="0">
                <a:solidFill>
                  <a:schemeClr val="tx1"/>
                </a:solidFill>
              </a:defRPr>
            </a:lvl4pPr>
            <a:lvl5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5pPr>
            <a:lvl6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6pPr>
            <a:lvl7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7pPr>
            <a:lvl8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8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41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02945463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Schlussfolie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/>
          <p:cNvSpPr>
            <a:spLocks noGrp="1"/>
          </p:cNvSpPr>
          <p:nvPr>
            <p:ph type="title" hasCustomPrompt="1"/>
          </p:nvPr>
        </p:nvSpPr>
        <p:spPr bwMode="gray">
          <a:xfrm>
            <a:off x="431799" y="3040063"/>
            <a:ext cx="4103690" cy="359779"/>
          </a:xfrm>
        </p:spPr>
        <p:txBody>
          <a:bodyPr anchor="t"/>
          <a:lstStyle>
            <a:lvl1pPr algn="l">
              <a:defRPr/>
            </a:lvl1pPr>
          </a:lstStyle>
          <a:p>
            <a:pPr lvl="0"/>
            <a:r>
              <a:rPr lang="de-DE" dirty="0" smtClean="0"/>
              <a:t>Herrmann Ultraschall</a:t>
            </a:r>
          </a:p>
        </p:txBody>
      </p:sp>
      <p:sp>
        <p:nvSpPr>
          <p:cNvPr id="21" name="Datumsplatzhalter 20"/>
          <p:cNvSpPr>
            <a:spLocks noGrp="1"/>
          </p:cNvSpPr>
          <p:nvPr>
            <p:ph type="dt" sz="half" idx="11"/>
          </p:nvPr>
        </p:nvSpPr>
        <p:spPr bwMode="gray">
          <a:xfrm>
            <a:off x="1871799" y="5337282"/>
            <a:ext cx="6480625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3" name="Foliennummernplatzhalter 22"/>
          <p:cNvSpPr>
            <a:spLocks noGrp="1"/>
          </p:cNvSpPr>
          <p:nvPr>
            <p:ph type="sldNum" sz="quarter" idx="12"/>
          </p:nvPr>
        </p:nvSpPr>
        <p:spPr bwMode="gray">
          <a:xfrm>
            <a:off x="8352424" y="53372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43" name="Gruppieren 42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44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45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46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47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48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49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0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1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2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3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4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5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6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7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8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9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0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1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2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3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4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5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6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7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8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9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70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71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72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73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pic>
        <p:nvPicPr>
          <p:cNvPr id="41" name="Picture 4" descr="P:\Projekte\Herrmann_Ultraschall\06_TEMPLATE\_INPUT_KUNDE\_bilder_QZ\Herrmann_Bilder_HQs_Gebäude\img_HUG_HQ_0001.jpg"/>
          <p:cNvPicPr>
            <a:picLocks noChangeAspect="1" noChangeArrowheads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gray">
          <a:xfrm>
            <a:off x="0" y="0"/>
            <a:ext cx="9144000" cy="27648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5" name="Textplatzhalter 2"/>
          <p:cNvSpPr txBox="1">
            <a:spLocks/>
          </p:cNvSpPr>
          <p:nvPr userDrawn="1"/>
        </p:nvSpPr>
        <p:spPr bwMode="gray">
          <a:xfrm>
            <a:off x="4610870" y="3383514"/>
            <a:ext cx="4103688" cy="1564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marL="0" indent="0" algn="l" rtl="0" eaLnBrk="1" fontAlgn="base" hangingPunct="1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1pPr>
            <a:lvl2pPr marL="0" indent="0" algn="l" rtl="0" eaLnBrk="1" fontAlgn="base" hangingPunct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ct val="90000"/>
              <a:buFont typeface="Wingdings" pitchFamily="2" charset="2"/>
              <a:buNone/>
              <a:defRPr sz="12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2pPr>
            <a:lvl3pPr marL="0" indent="0" algn="l" rtl="0" eaLnBrk="1" fontAlgn="base" hangingPunct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ct val="90000"/>
              <a:buFont typeface="Wingdings" pitchFamily="2" charset="2"/>
              <a:buNone/>
              <a:defRPr sz="12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3pPr>
            <a:lvl4pPr marL="0" indent="0" algn="l" rtl="0" eaLnBrk="1" fontAlgn="base" hangingPunct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None/>
              <a:defRPr sz="12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4pPr>
            <a:lvl5pPr marL="0" indent="0" algn="l" rtl="0" eaLnBrk="1" fontAlgn="base" hangingPunct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5pPr>
            <a:lvl6pPr marL="0" indent="0" algn="l" defTabSz="914260" rtl="0" eaLnBrk="1" latinLnBrk="0" hangingPunct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0" indent="0" algn="l" defTabSz="914260" rtl="0" eaLnBrk="1" latinLnBrk="0" hangingPunct="1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0" indent="0" algn="l" defTabSz="914260" rtl="0" eaLnBrk="1" latinLnBrk="0" hangingPunct="1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260" rtl="0" eaLnBrk="1" latinLnBrk="0" hangingPunct="1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/>
            <a:r>
              <a:rPr lang="de-DE" b="1" dirty="0"/>
              <a:t>North </a:t>
            </a:r>
            <a:r>
              <a:rPr lang="de-DE" b="1" dirty="0" err="1"/>
              <a:t>America</a:t>
            </a:r>
            <a:r>
              <a:rPr lang="de-DE" b="1" dirty="0"/>
              <a:t> Headquarters</a:t>
            </a:r>
          </a:p>
          <a:p>
            <a:pPr defTabSz="914400"/>
            <a:r>
              <a:rPr lang="de-DE" dirty="0"/>
              <a:t>Herrmann </a:t>
            </a:r>
            <a:r>
              <a:rPr lang="de-DE" dirty="0" err="1"/>
              <a:t>Ultrasonics</a:t>
            </a:r>
            <a:r>
              <a:rPr lang="de-DE" dirty="0"/>
              <a:t>, </a:t>
            </a:r>
            <a:r>
              <a:rPr lang="de-DE" dirty="0" smtClean="0"/>
              <a:t>Inc. Bartlett</a:t>
            </a:r>
            <a:r>
              <a:rPr lang="de-DE" dirty="0"/>
              <a:t>, IL, </a:t>
            </a:r>
            <a:r>
              <a:rPr lang="de-DE" dirty="0" smtClean="0"/>
              <a:t>USA</a:t>
            </a:r>
          </a:p>
          <a:p>
            <a:pPr defTabSz="914400"/>
            <a:endParaRPr lang="de-DE" dirty="0"/>
          </a:p>
          <a:p>
            <a:pPr defTabSz="914400"/>
            <a:r>
              <a:rPr lang="de-DE" b="1" dirty="0"/>
              <a:t>China Headquarters</a:t>
            </a:r>
          </a:p>
          <a:p>
            <a:pPr defTabSz="914400"/>
            <a:r>
              <a:rPr lang="de-DE" dirty="0"/>
              <a:t>Herrmann </a:t>
            </a:r>
            <a:r>
              <a:rPr lang="de-DE" dirty="0" err="1"/>
              <a:t>Ultrasonics</a:t>
            </a:r>
            <a:r>
              <a:rPr lang="de-DE" dirty="0"/>
              <a:t> Co. </a:t>
            </a:r>
            <a:r>
              <a:rPr lang="de-DE" dirty="0" smtClean="0"/>
              <a:t>Ltd</a:t>
            </a:r>
            <a:r>
              <a:rPr lang="de-DE" dirty="0"/>
              <a:t>. </a:t>
            </a:r>
            <a:r>
              <a:rPr lang="de-DE" dirty="0" err="1"/>
              <a:t>Taicang</a:t>
            </a:r>
            <a:r>
              <a:rPr lang="de-DE" dirty="0"/>
              <a:t>, </a:t>
            </a:r>
            <a:r>
              <a:rPr lang="de-DE" dirty="0" err="1"/>
              <a:t>Jiangsu</a:t>
            </a:r>
            <a:r>
              <a:rPr lang="de-DE" dirty="0"/>
              <a:t> </a:t>
            </a:r>
            <a:r>
              <a:rPr lang="de-DE" dirty="0" err="1"/>
              <a:t>Province</a:t>
            </a:r>
            <a:r>
              <a:rPr lang="de-DE" dirty="0"/>
              <a:t>, </a:t>
            </a:r>
            <a:r>
              <a:rPr lang="de-DE" dirty="0" smtClean="0"/>
              <a:t>China</a:t>
            </a:r>
          </a:p>
          <a:p>
            <a:pPr defTabSz="914400"/>
            <a:endParaRPr lang="de-DE" dirty="0"/>
          </a:p>
          <a:p>
            <a:pPr defTabSz="914400"/>
            <a:r>
              <a:rPr lang="de-DE" b="1" dirty="0"/>
              <a:t>Japan Headquarters</a:t>
            </a:r>
          </a:p>
          <a:p>
            <a:pPr defTabSz="914400"/>
            <a:r>
              <a:rPr lang="de-DE" dirty="0"/>
              <a:t>Herrmann </a:t>
            </a:r>
            <a:r>
              <a:rPr lang="de-DE" dirty="0" err="1"/>
              <a:t>Ultrasonic</a:t>
            </a:r>
            <a:r>
              <a:rPr lang="de-DE" dirty="0"/>
              <a:t> Japan Co. </a:t>
            </a:r>
            <a:r>
              <a:rPr lang="de-DE" dirty="0" smtClean="0"/>
              <a:t>Ltd. </a:t>
            </a:r>
            <a:r>
              <a:rPr lang="de-DE" dirty="0" err="1" smtClean="0"/>
              <a:t>Kashiwa</a:t>
            </a:r>
            <a:r>
              <a:rPr lang="de-DE" dirty="0" smtClean="0"/>
              <a:t> </a:t>
            </a:r>
            <a:r>
              <a:rPr lang="de-DE" dirty="0"/>
              <a:t>City, Chiba, Japan</a:t>
            </a:r>
          </a:p>
        </p:txBody>
      </p:sp>
      <p:sp>
        <p:nvSpPr>
          <p:cNvPr id="39" name="Textfeld 38"/>
          <p:cNvSpPr txBox="1"/>
          <p:nvPr userDrawn="1"/>
        </p:nvSpPr>
        <p:spPr bwMode="gray">
          <a:xfrm>
            <a:off x="429441" y="3399842"/>
            <a:ext cx="4107633" cy="162018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r>
              <a:rPr lang="de-DE" sz="1200" b="1" dirty="0" smtClean="0">
                <a:latin typeface="+mn-lt"/>
              </a:rPr>
              <a:t>Global Headquarters</a:t>
            </a:r>
          </a:p>
          <a:p>
            <a:r>
              <a:rPr lang="de-DE" sz="1200" b="1" dirty="0" smtClean="0">
                <a:latin typeface="+mn-lt"/>
              </a:rPr>
              <a:t>Herrmann Ultraschalltechnik GmbH &amp; Co. KG</a:t>
            </a:r>
          </a:p>
          <a:p>
            <a:r>
              <a:rPr lang="de-DE" sz="1200" dirty="0" err="1" smtClean="0">
                <a:latin typeface="+mn-lt"/>
              </a:rPr>
              <a:t>Descostraße</a:t>
            </a:r>
            <a:r>
              <a:rPr lang="de-DE" sz="1200" dirty="0" smtClean="0">
                <a:latin typeface="+mn-lt"/>
              </a:rPr>
              <a:t> 3–11 · 76307 Karlsbad, Germany</a:t>
            </a:r>
          </a:p>
          <a:p>
            <a:endParaRPr lang="de-DE" sz="1200" dirty="0" smtClean="0">
              <a:latin typeface="+mn-lt"/>
            </a:endParaRPr>
          </a:p>
          <a:p>
            <a:endParaRPr lang="de-DE" sz="1200" dirty="0" smtClean="0">
              <a:latin typeface="+mn-lt"/>
            </a:endParaRPr>
          </a:p>
          <a:p>
            <a:r>
              <a:rPr lang="de-DE" sz="1200" dirty="0" smtClean="0">
                <a:latin typeface="+mn-lt"/>
              </a:rPr>
              <a:t/>
            </a:r>
            <a:br>
              <a:rPr lang="de-DE" sz="1200" dirty="0" smtClean="0">
                <a:latin typeface="+mn-lt"/>
              </a:rPr>
            </a:br>
            <a:endParaRPr lang="de-DE" sz="1200" dirty="0" smtClean="0">
              <a:latin typeface="+mn-lt"/>
            </a:endParaRPr>
          </a:p>
          <a:p>
            <a:r>
              <a:rPr lang="de-DE" sz="1200" b="1" dirty="0" smtClean="0">
                <a:solidFill>
                  <a:srgbClr val="FF0000"/>
                </a:solidFill>
                <a:latin typeface="+mn-lt"/>
              </a:rPr>
              <a:t>www.herrmannultraschall.com</a:t>
            </a:r>
          </a:p>
          <a:p>
            <a:pPr marL="180000" indent="-180000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§"/>
            </a:pPr>
            <a:endParaRPr lang="de-DE" sz="1200" dirty="0" err="1" smtClean="0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79548256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39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extplatzhalter 2"/>
          <p:cNvSpPr>
            <a:spLocks noGrp="1"/>
          </p:cNvSpPr>
          <p:nvPr>
            <p:ph type="body" idx="1"/>
          </p:nvPr>
        </p:nvSpPr>
        <p:spPr bwMode="gray">
          <a:xfrm>
            <a:off x="432271" y="863249"/>
            <a:ext cx="8280901" cy="3816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</a:t>
            </a:r>
            <a:r>
              <a:rPr lang="de-DE" dirty="0" smtClean="0"/>
              <a:t>Ebene</a:t>
            </a:r>
            <a:endParaRPr lang="de-DE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 bwMode="gray">
          <a:xfrm>
            <a:off x="8352424" y="4852460"/>
            <a:ext cx="358364" cy="135765"/>
          </a:xfrm>
          <a:prstGeom prst="rect">
            <a:avLst/>
          </a:prstGeom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algn="r">
              <a:lnSpc>
                <a:spcPct val="80000"/>
              </a:lnSpc>
              <a:defRPr sz="800" b="1">
                <a:solidFill>
                  <a:schemeClr val="tx1"/>
                </a:solidFill>
                <a:latin typeface="Arial Narrow" pitchFamily="34" charset="0"/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sp>
        <p:nvSpPr>
          <p:cNvPr id="1030" name="Titelplatzhalter 6"/>
          <p:cNvSpPr>
            <a:spLocks noGrp="1"/>
          </p:cNvSpPr>
          <p:nvPr>
            <p:ph type="title"/>
          </p:nvPr>
        </p:nvSpPr>
        <p:spPr bwMode="gray">
          <a:xfrm>
            <a:off x="431799" y="531801"/>
            <a:ext cx="6485113" cy="2397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dirty="0"/>
              <a:t>Folientitel durch Klicken hinzufügen</a:t>
            </a:r>
            <a:endParaRPr lang="en-US" dirty="0"/>
          </a:p>
        </p:txBody>
      </p:sp>
      <p:sp>
        <p:nvSpPr>
          <p:cNvPr id="1031" name="Textfeld 12"/>
          <p:cNvSpPr txBox="1">
            <a:spLocks noChangeArrowheads="1"/>
          </p:cNvSpPr>
          <p:nvPr/>
        </p:nvSpPr>
        <p:spPr bwMode="gray">
          <a:xfrm>
            <a:off x="431799" y="4850709"/>
            <a:ext cx="1440000" cy="13576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t"/>
          <a:lstStyle>
            <a:lvl1pPr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>
              <a:lnSpc>
                <a:spcPct val="80000"/>
              </a:lnSpc>
            </a:pPr>
            <a:r>
              <a:rPr lang="de-DE" sz="800" dirty="0" smtClean="0">
                <a:solidFill>
                  <a:schemeClr val="tx1"/>
                </a:solidFill>
                <a:cs typeface="Arial" pitchFamily="34" charset="0"/>
              </a:rPr>
              <a:t>©</a:t>
            </a:r>
            <a:r>
              <a:rPr lang="de-DE" sz="800" baseline="0" dirty="0">
                <a:solidFill>
                  <a:schemeClr val="tx1"/>
                </a:solidFill>
                <a:latin typeface="Arial Narrow" pitchFamily="34" charset="0"/>
                <a:cs typeface="+mn-cs"/>
              </a:rPr>
              <a:t> </a:t>
            </a:r>
            <a:r>
              <a:rPr lang="de-DE" sz="800" dirty="0" smtClean="0">
                <a:solidFill>
                  <a:schemeClr val="tx1"/>
                </a:solidFill>
                <a:latin typeface="Arial Narrow" pitchFamily="34" charset="0"/>
              </a:rPr>
              <a:t>Copyright </a:t>
            </a:r>
            <a:r>
              <a:rPr lang="de-DE" sz="800" b="1" dirty="0">
                <a:solidFill>
                  <a:schemeClr val="tx1"/>
                </a:solidFill>
                <a:latin typeface="Arial Narrow" pitchFamily="34" charset="0"/>
              </a:rPr>
              <a:t>Herrmann Ultraschall  </a:t>
            </a:r>
            <a:r>
              <a:rPr lang="de-DE" sz="800" b="0" dirty="0">
                <a:solidFill>
                  <a:schemeClr val="tx1"/>
                </a:solidFill>
                <a:latin typeface="Arial Narrow" pitchFamily="34" charset="0"/>
              </a:rPr>
              <a:t>I</a:t>
            </a:r>
            <a:endParaRPr lang="en-US" sz="800" b="0" dirty="0">
              <a:solidFill>
                <a:schemeClr val="tx1"/>
              </a:solidFill>
              <a:latin typeface="Arial Narrow" pitchFamily="34" charset="0"/>
            </a:endParaRPr>
          </a:p>
        </p:txBody>
      </p:sp>
      <p:sp>
        <p:nvSpPr>
          <p:cNvPr id="15" name="Datumsplatzhalter 14"/>
          <p:cNvSpPr>
            <a:spLocks noGrp="1"/>
          </p:cNvSpPr>
          <p:nvPr>
            <p:ph type="dt" sz="half" idx="2"/>
          </p:nvPr>
        </p:nvSpPr>
        <p:spPr bwMode="gray">
          <a:xfrm>
            <a:off x="1871799" y="4850710"/>
            <a:ext cx="6480625" cy="135765"/>
          </a:xfrm>
          <a:prstGeom prst="rect">
            <a:avLst/>
          </a:prstGeom>
          <a:noFill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>
              <a:lnSpc>
                <a:spcPct val="80000"/>
              </a:lnSpc>
              <a:defRPr sz="800">
                <a:solidFill>
                  <a:schemeClr val="accent2"/>
                </a:solidFill>
                <a:latin typeface="Arial Narrow" pitchFamily="34" charset="0"/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grpSp>
        <p:nvGrpSpPr>
          <p:cNvPr id="163" name="Group 4"/>
          <p:cNvGrpSpPr>
            <a:grpSpLocks noChangeAspect="1"/>
          </p:cNvGrpSpPr>
          <p:nvPr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64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94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95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96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97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98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99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0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1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2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3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4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5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6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7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8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9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0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1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2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3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4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5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6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7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cxnSp>
        <p:nvCxnSpPr>
          <p:cNvPr id="244" name="Gerader Verbinder 78">
            <a:extLst>
              <a:ext uri="{FF2B5EF4-FFF2-40B4-BE49-F238E27FC236}">
                <a16:creationId xmlns:a16="http://schemas.microsoft.com/office/drawing/2014/main" id="{2CD3E0AF-C8FB-4FC3-A3C0-8855EA7C3E55}"/>
              </a:ext>
            </a:extLst>
          </p:cNvPr>
          <p:cNvCxnSpPr>
            <a:cxnSpLocks/>
          </p:cNvCxnSpPr>
          <p:nvPr/>
        </p:nvCxnSpPr>
        <p:spPr bwMode="gray">
          <a:xfrm>
            <a:off x="431800" y="769878"/>
            <a:ext cx="6120200" cy="0"/>
          </a:xfrm>
          <a:prstGeom prst="line">
            <a:avLst/>
          </a:prstGeom>
          <a:ln w="6350">
            <a:gradFill flip="none" rotWithShape="1">
              <a:gsLst>
                <a:gs pos="50000">
                  <a:schemeClr val="tx2"/>
                </a:gs>
                <a:gs pos="90000">
                  <a:schemeClr val="tx2">
                    <a:alpha val="0"/>
                  </a:schemeClr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Gruppieren 1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0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0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0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0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sp>
        <p:nvSpPr>
          <p:cNvPr id="7" name="Fußzeilenplatzhalter 6"/>
          <p:cNvSpPr>
            <a:spLocks noGrp="1"/>
          </p:cNvSpPr>
          <p:nvPr>
            <p:ph type="ftr" sz="quarter" idx="3"/>
          </p:nvPr>
        </p:nvSpPr>
        <p:spPr>
          <a:xfrm>
            <a:off x="434772" y="236541"/>
            <a:ext cx="5793412" cy="270190"/>
          </a:xfrm>
          <a:prstGeom prst="rect">
            <a:avLst/>
          </a:prstGeom>
        </p:spPr>
        <p:txBody>
          <a:bodyPr vert="horz" lIns="0" tIns="0" rIns="0" bIns="108000" rtlCol="0" anchor="ctr"/>
          <a:lstStyle>
            <a:lvl1pPr algn="l">
              <a:defRPr sz="1800" b="1">
                <a:solidFill>
                  <a:schemeClr val="accent2"/>
                </a:solidFill>
                <a:latin typeface="Arial Narrow" panose="020B0606020202030204" pitchFamily="34" charset="0"/>
              </a:defRPr>
            </a:lvl1pPr>
          </a:lstStyle>
          <a:p>
            <a:r>
              <a:rPr lang="de-DE" smtClean="0"/>
              <a:t>Präsentationstitel</a:t>
            </a:r>
            <a:endParaRPr lang="de-DE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9477" r:id="rId1"/>
    <p:sldLayoutId id="2147489567" r:id="rId2"/>
    <p:sldLayoutId id="2147489574" r:id="rId3"/>
    <p:sldLayoutId id="2147489569" r:id="rId4"/>
    <p:sldLayoutId id="2147489568" r:id="rId5"/>
    <p:sldLayoutId id="2147489577" r:id="rId6"/>
    <p:sldLayoutId id="2147489576" r:id="rId7"/>
    <p:sldLayoutId id="2147489564" r:id="rId8"/>
    <p:sldLayoutId id="2147489575" r:id="rId9"/>
    <p:sldLayoutId id="2147489570" r:id="rId10"/>
    <p:sldLayoutId id="2147489571" r:id="rId11"/>
    <p:sldLayoutId id="2147489572" r:id="rId12"/>
    <p:sldLayoutId id="2147489578" r:id="rId13"/>
    <p:sldLayoutId id="2147489565" r:id="rId14"/>
    <p:sldLayoutId id="2147489504" r:id="rId15"/>
    <p:sldLayoutId id="2147489505" r:id="rId16"/>
    <p:sldLayoutId id="2147489579" r:id="rId17"/>
    <p:sldLayoutId id="2147489506" r:id="rId18"/>
    <p:sldLayoutId id="2147489507" r:id="rId19"/>
    <p:sldLayoutId id="2147489508" r:id="rId20"/>
    <p:sldLayoutId id="2147489510" r:id="rId21"/>
    <p:sldLayoutId id="2147489511" r:id="rId22"/>
    <p:sldLayoutId id="2147489573" r:id="rId23"/>
    <p:sldLayoutId id="2147489512" r:id="rId24"/>
    <p:sldLayoutId id="2147489581" r:id="rId25"/>
    <p:sldLayoutId id="2147489580" r:id="rId26"/>
    <p:sldLayoutId id="2147489513" r:id="rId27"/>
    <p:sldLayoutId id="2147489514" r:id="rId28"/>
    <p:sldLayoutId id="2147489515" r:id="rId29"/>
    <p:sldLayoutId id="2147489516" r:id="rId30"/>
    <p:sldLayoutId id="2147489517" r:id="rId31"/>
    <p:sldLayoutId id="2147489518" r:id="rId32"/>
    <p:sldLayoutId id="2147489520" r:id="rId33"/>
    <p:sldLayoutId id="2147489509" r:id="rId34"/>
    <p:sldLayoutId id="2147489519" r:id="rId35"/>
    <p:sldLayoutId id="2147489521" r:id="rId36"/>
    <p:sldLayoutId id="2147489561" r:id="rId37"/>
  </p:sldLayoutIdLst>
  <p:transition>
    <p:fade/>
  </p:transition>
  <p:timing>
    <p:tnLst>
      <p:par>
        <p:cTn id="1" dur="indefinite" restart="never" nodeType="tmRoot"/>
      </p:par>
    </p:tnLst>
  </p:timing>
  <p:hf hdr="0"/>
  <p:txStyles>
    <p:titleStyle>
      <a:lvl1pPr algn="l" rtl="0" eaLnBrk="1" fontAlgn="base" hangingPunct="1">
        <a:lnSpc>
          <a:spcPct val="80000"/>
        </a:lnSpc>
        <a:spcBef>
          <a:spcPct val="0"/>
        </a:spcBef>
        <a:spcAft>
          <a:spcPts val="300"/>
        </a:spcAft>
        <a:defRPr lang="en-US" sz="1800" b="1" kern="1200" dirty="0">
          <a:solidFill>
            <a:schemeClr val="tx1"/>
          </a:solidFill>
          <a:latin typeface="Arial Narrow" pitchFamily="34" charset="0"/>
          <a:ea typeface="ＭＳ Ｐゴシック" pitchFamily="34" charset="-128"/>
          <a:cs typeface="ＭＳ Ｐゴシック" charset="0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2200" b="1">
          <a:solidFill>
            <a:srgbClr val="FF0000"/>
          </a:solidFill>
          <a:latin typeface="Arial Narrow" pitchFamily="34" charset="0"/>
          <a:ea typeface="ＭＳ Ｐゴシック" charset="0"/>
          <a:cs typeface="ＭＳ Ｐゴシック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2200" b="1">
          <a:solidFill>
            <a:srgbClr val="FF0000"/>
          </a:solidFill>
          <a:latin typeface="Arial Narrow" pitchFamily="34" charset="0"/>
          <a:ea typeface="ＭＳ Ｐゴシック" charset="0"/>
          <a:cs typeface="ＭＳ Ｐゴシック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2200" b="1">
          <a:solidFill>
            <a:srgbClr val="FF0000"/>
          </a:solidFill>
          <a:latin typeface="Arial Narrow" pitchFamily="34" charset="0"/>
          <a:ea typeface="ＭＳ Ｐゴシック" charset="0"/>
          <a:cs typeface="ＭＳ Ｐゴシック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2200" b="1">
          <a:solidFill>
            <a:srgbClr val="FF0000"/>
          </a:solidFill>
          <a:latin typeface="Arial Narrow" pitchFamily="34" charset="0"/>
          <a:ea typeface="ＭＳ Ｐゴシック" charset="0"/>
          <a:cs typeface="ＭＳ Ｐゴシック" charset="0"/>
        </a:defRPr>
      </a:lvl5pPr>
      <a:lvl6pPr marL="457130" algn="ctr" rtl="0" eaLnBrk="1" fontAlgn="base" hangingPunct="1">
        <a:spcBef>
          <a:spcPct val="0"/>
        </a:spcBef>
        <a:spcAft>
          <a:spcPct val="0"/>
        </a:spcAft>
        <a:defRPr sz="3300" b="1">
          <a:solidFill>
            <a:schemeClr val="tx1"/>
          </a:solidFill>
          <a:latin typeface="Calibri" pitchFamily="-84" charset="0"/>
        </a:defRPr>
      </a:lvl6pPr>
      <a:lvl7pPr marL="914260" algn="ctr" rtl="0" eaLnBrk="1" fontAlgn="base" hangingPunct="1">
        <a:spcBef>
          <a:spcPct val="0"/>
        </a:spcBef>
        <a:spcAft>
          <a:spcPct val="0"/>
        </a:spcAft>
        <a:defRPr sz="3300" b="1">
          <a:solidFill>
            <a:schemeClr val="tx1"/>
          </a:solidFill>
          <a:latin typeface="Calibri" pitchFamily="-84" charset="0"/>
        </a:defRPr>
      </a:lvl7pPr>
      <a:lvl8pPr marL="1371390" algn="ctr" rtl="0" eaLnBrk="1" fontAlgn="base" hangingPunct="1">
        <a:spcBef>
          <a:spcPct val="0"/>
        </a:spcBef>
        <a:spcAft>
          <a:spcPct val="0"/>
        </a:spcAft>
        <a:defRPr sz="3300" b="1">
          <a:solidFill>
            <a:schemeClr val="tx1"/>
          </a:solidFill>
          <a:latin typeface="Calibri" pitchFamily="-84" charset="0"/>
        </a:defRPr>
      </a:lvl8pPr>
      <a:lvl9pPr marL="1828520" algn="ctr" rtl="0" eaLnBrk="1" fontAlgn="base" hangingPunct="1">
        <a:spcBef>
          <a:spcPct val="0"/>
        </a:spcBef>
        <a:spcAft>
          <a:spcPct val="0"/>
        </a:spcAft>
        <a:defRPr sz="3300" b="1">
          <a:solidFill>
            <a:schemeClr val="tx1"/>
          </a:solidFill>
          <a:latin typeface="Calibri" pitchFamily="-84" charset="0"/>
        </a:defRPr>
      </a:lvl9pPr>
    </p:titleStyle>
    <p:bodyStyle>
      <a:lvl1pPr marL="0" indent="0" algn="l" rtl="0" eaLnBrk="1" fontAlgn="base" hangingPunct="1">
        <a:spcBef>
          <a:spcPts val="300"/>
        </a:spcBef>
        <a:spcAft>
          <a:spcPts val="300"/>
        </a:spcAft>
        <a:buFont typeface="Arial" panose="020B0604020202020204" pitchFamily="34" charset="0"/>
        <a:buNone/>
        <a:defRPr sz="1600" b="0" kern="1200">
          <a:solidFill>
            <a:schemeClr val="tx1"/>
          </a:solidFill>
          <a:latin typeface="+mn-lt"/>
          <a:ea typeface="ＭＳ Ｐゴシック" charset="0"/>
          <a:cs typeface="Arial" pitchFamily="34" charset="0"/>
        </a:defRPr>
      </a:lvl1pPr>
      <a:lvl2pPr marL="180000" indent="-180000" algn="l" rtl="0" eaLnBrk="1" fontAlgn="base" hangingPunct="1">
        <a:spcBef>
          <a:spcPts val="300"/>
        </a:spcBef>
        <a:spcAft>
          <a:spcPts val="300"/>
        </a:spcAft>
        <a:buClr>
          <a:schemeClr val="accent2"/>
        </a:buClr>
        <a:buSzPct val="90000"/>
        <a:buFont typeface="Wingdings" pitchFamily="2" charset="2"/>
        <a:buChar char="§"/>
        <a:defRPr sz="1600" b="0" kern="1200">
          <a:solidFill>
            <a:schemeClr val="tx1"/>
          </a:solidFill>
          <a:latin typeface="+mn-lt"/>
          <a:ea typeface="ＭＳ Ｐゴシック" charset="0"/>
          <a:cs typeface="Arial" pitchFamily="34" charset="0"/>
        </a:defRPr>
      </a:lvl2pPr>
      <a:lvl3pPr marL="358775" indent="-180000" algn="l" rtl="0" eaLnBrk="1" fontAlgn="base" hangingPunct="1">
        <a:spcBef>
          <a:spcPts val="300"/>
        </a:spcBef>
        <a:spcAft>
          <a:spcPts val="300"/>
        </a:spcAft>
        <a:buClr>
          <a:schemeClr val="accent2"/>
        </a:buClr>
        <a:buSzPct val="90000"/>
        <a:buFont typeface="Wingdings" pitchFamily="2" charset="2"/>
        <a:buChar char="§"/>
        <a:defRPr sz="1400" b="0" kern="1200">
          <a:solidFill>
            <a:schemeClr val="tx1"/>
          </a:solidFill>
          <a:latin typeface="+mn-lt"/>
          <a:ea typeface="ＭＳ Ｐゴシック" charset="0"/>
          <a:cs typeface="Arial" pitchFamily="34" charset="0"/>
        </a:defRPr>
      </a:lvl3pPr>
      <a:lvl4pPr marL="541338" indent="-180000" algn="l" rtl="0" eaLnBrk="1" fontAlgn="base" hangingPunct="1">
        <a:spcBef>
          <a:spcPts val="300"/>
        </a:spcBef>
        <a:spcAft>
          <a:spcPts val="300"/>
        </a:spcAft>
        <a:buClr>
          <a:schemeClr val="accent2"/>
        </a:buClr>
        <a:buSzPct val="90000"/>
        <a:buFont typeface="Wingdings" panose="05000000000000000000" pitchFamily="2" charset="2"/>
        <a:buChar char="§"/>
        <a:defRPr sz="1400" b="0" kern="1200">
          <a:solidFill>
            <a:schemeClr val="tx1"/>
          </a:solidFill>
          <a:latin typeface="+mn-lt"/>
          <a:ea typeface="ＭＳ Ｐゴシック" charset="0"/>
          <a:cs typeface="Arial" pitchFamily="34" charset="0"/>
        </a:defRPr>
      </a:lvl4pPr>
      <a:lvl5pPr marL="270000" indent="-270000" algn="l" rtl="0" eaLnBrk="1" fontAlgn="base" hangingPunct="1">
        <a:spcBef>
          <a:spcPts val="300"/>
        </a:spcBef>
        <a:spcAft>
          <a:spcPts val="300"/>
        </a:spcAft>
        <a:buClr>
          <a:schemeClr val="accent2"/>
        </a:buClr>
        <a:buFont typeface="+mj-lt"/>
        <a:buAutoNum type="arabicPeriod"/>
        <a:defRPr sz="1600" b="0" kern="1200">
          <a:solidFill>
            <a:schemeClr val="tx1"/>
          </a:solidFill>
          <a:latin typeface="+mn-lt"/>
          <a:ea typeface="ＭＳ Ｐゴシック" charset="0"/>
          <a:cs typeface="Arial" pitchFamily="34" charset="0"/>
        </a:defRPr>
      </a:lvl5pPr>
      <a:lvl6pPr marL="449263" indent="-180000" algn="l" defTabSz="914260" rtl="0" eaLnBrk="1" latinLnBrk="0" hangingPunct="1">
        <a:spcBef>
          <a:spcPts val="300"/>
        </a:spcBef>
        <a:spcAft>
          <a:spcPts val="300"/>
        </a:spcAft>
        <a:buClr>
          <a:schemeClr val="accent2"/>
        </a:buClr>
        <a:buFont typeface="+mj-lt"/>
        <a:buAutoNum type="alphaLcPeriod"/>
        <a:defRPr sz="1400" b="0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914260" rtl="0" eaLnBrk="1" latinLnBrk="0" hangingPunct="1">
        <a:spcBef>
          <a:spcPts val="300"/>
        </a:spcBef>
        <a:spcAft>
          <a:spcPts val="300"/>
        </a:spcAft>
        <a:buClr>
          <a:schemeClr val="accent4"/>
        </a:buClr>
        <a:buFont typeface="Wingdings" pitchFamily="2" charset="2"/>
        <a:buNone/>
        <a:defRPr sz="1600" b="1" kern="1200">
          <a:solidFill>
            <a:schemeClr val="accent2"/>
          </a:solidFill>
          <a:latin typeface="+mn-lt"/>
          <a:ea typeface="+mn-ea"/>
          <a:cs typeface="+mn-cs"/>
        </a:defRPr>
      </a:lvl7pPr>
      <a:lvl8pPr marL="88900" indent="0" algn="l" defTabSz="914260" rtl="0" eaLnBrk="1" latinLnBrk="0" hangingPunct="1">
        <a:spcBef>
          <a:spcPts val="0"/>
        </a:spcBef>
        <a:spcAft>
          <a:spcPts val="1300"/>
        </a:spcAft>
        <a:buClr>
          <a:schemeClr val="accent2"/>
        </a:buClr>
        <a:buSzPct val="90000"/>
        <a:buFontTx/>
        <a:buNone/>
        <a:defRPr sz="1400" b="0" kern="1200">
          <a:solidFill>
            <a:srgbClr val="333333"/>
          </a:solidFill>
          <a:latin typeface="+mn-lt"/>
          <a:ea typeface="+mn-ea"/>
          <a:cs typeface="+mn-cs"/>
        </a:defRPr>
      </a:lvl8pPr>
      <a:lvl9pPr marL="0" indent="0" algn="ctr" defTabSz="914260" rtl="0" eaLnBrk="1" latinLnBrk="0" hangingPunct="1">
        <a:spcBef>
          <a:spcPts val="0"/>
        </a:spcBef>
        <a:spcAft>
          <a:spcPts val="1300"/>
        </a:spcAft>
        <a:buFont typeface="Arial" pitchFamily="34" charset="0"/>
        <a:buNone/>
        <a:defRPr lang="de-DE" sz="1400" b="0" kern="1200" dirty="0">
          <a:solidFill>
            <a:schemeClr val="accent2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3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26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39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52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65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78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91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04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orient="horz" pos="1745" userDrawn="1">
          <p15:clr>
            <a:srgbClr val="F26B43"/>
          </p15:clr>
        </p15:guide>
        <p15:guide id="2" pos="2880" userDrawn="1">
          <p15:clr>
            <a:srgbClr val="F26B43"/>
          </p15:clr>
        </p15:guide>
        <p15:guide id="3" pos="2858" userDrawn="1">
          <p15:clr>
            <a:srgbClr val="F26B43"/>
          </p15:clr>
        </p15:guide>
        <p15:guide id="4" pos="2903" userDrawn="1">
          <p15:clr>
            <a:srgbClr val="F26B43"/>
          </p15:clr>
        </p15:guide>
        <p15:guide id="5" pos="4173" userDrawn="1">
          <p15:clr>
            <a:srgbClr val="F26B43"/>
          </p15:clr>
        </p15:guide>
        <p15:guide id="6" pos="4217" userDrawn="1">
          <p15:clr>
            <a:srgbClr val="F26B43"/>
          </p15:clr>
        </p15:guide>
        <p15:guide id="7" pos="5489" userDrawn="1">
          <p15:clr>
            <a:srgbClr val="F26B43"/>
          </p15:clr>
        </p15:guide>
        <p15:guide id="8" pos="1542" userDrawn="1">
          <p15:clr>
            <a:srgbClr val="F26B43"/>
          </p15:clr>
        </p15:guide>
        <p15:guide id="9" pos="1587" userDrawn="1">
          <p15:clr>
            <a:srgbClr val="F26B43"/>
          </p15:clr>
        </p15:guide>
        <p15:guide id="10" pos="272" userDrawn="1">
          <p15:clr>
            <a:srgbClr val="F26B43"/>
          </p15:clr>
        </p15:guide>
        <p15:guide id="11" orient="horz" pos="543" userDrawn="1">
          <p15:clr>
            <a:srgbClr val="F26B43"/>
          </p15:clr>
        </p15:guide>
        <p15:guide id="12" orient="horz" pos="2947" userDrawn="1">
          <p15:clr>
            <a:srgbClr val="F26B43"/>
          </p15:clr>
        </p15:guide>
        <p15:guide id="13" orient="horz" pos="1767" userDrawn="1">
          <p15:clr>
            <a:srgbClr val="F26B43"/>
          </p15:clr>
        </p15:guide>
        <p15:guide id="14" orient="horz" pos="1722" userDrawn="1">
          <p15:clr>
            <a:srgbClr val="F26B43"/>
          </p15:clr>
        </p15:guide>
        <p15:guide id="15" orient="horz" pos="485" userDrawn="1">
          <p15:clr>
            <a:srgbClr val="F26B43"/>
          </p15:clr>
        </p15:guide>
        <p15:guide id="16" orient="horz" pos="149" userDrawn="1">
          <p15:clr>
            <a:srgbClr val="F26B43"/>
          </p15:clr>
        </p15:guide>
        <p15:guide id="17" orient="horz" pos="3053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0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24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5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0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5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25.png"/><Relationship Id="rId4" Type="http://schemas.openxmlformats.org/officeDocument/2006/relationships/image" Target="../media/image31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33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/>
          <p:cNvSpPr>
            <a:spLocks noGrp="1"/>
          </p:cNvSpPr>
          <p:nvPr>
            <p:ph type="dt" sz="half" idx="22"/>
          </p:nvPr>
        </p:nvSpPr>
        <p:spPr/>
        <p:txBody>
          <a:bodyPr/>
          <a:lstStyle/>
          <a:p>
            <a:r>
              <a:rPr lang="de-DE" dirty="0" smtClean="0"/>
              <a:t>Herrmann Ultraschall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DB4A530B-3EE4-4998-A998-EBC0EA009526}" type="slidenum">
              <a:rPr lang="en-US" smtClean="0"/>
              <a:pPr/>
              <a:t>1</a:t>
            </a:fld>
            <a:endParaRPr lang="en-US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de-DE" dirty="0" smtClean="0"/>
              <a:t>Project </a:t>
            </a:r>
            <a:r>
              <a:rPr lang="de-DE" dirty="0" err="1" smtClean="0"/>
              <a:t>proposal</a:t>
            </a:r>
            <a:endParaRPr lang="de-DE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Francois Brouet – sep24_continuous_ds</a:t>
            </a:r>
            <a:endParaRPr lang="de-DE" dirty="0"/>
          </a:p>
        </p:txBody>
      </p:sp>
      <p:pic>
        <p:nvPicPr>
          <p:cNvPr id="6" name="image1.png"/>
          <p:cNvPicPr/>
          <p:nvPr/>
        </p:nvPicPr>
        <p:blipFill rotWithShape="1">
          <a:blip r:embed="rId3"/>
          <a:srcRect t="11389" b="16273"/>
          <a:stretch/>
        </p:blipFill>
        <p:spPr bwMode="auto">
          <a:xfrm>
            <a:off x="5004048" y="123478"/>
            <a:ext cx="1512168" cy="66304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494212100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proposal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8" name="Foliennummernplatzhalter 1"/>
          <p:cNvSpPr>
            <a:spLocks noGrp="1"/>
          </p:cNvSpPr>
          <p:nvPr/>
        </p:nvSpPr>
        <p:spPr bwMode="gray">
          <a:xfrm>
            <a:off x="8199992" y="4811827"/>
            <a:ext cx="358364" cy="135765"/>
          </a:xfrm>
          <a:prstGeom prst="rect">
            <a:avLst/>
          </a:prstGeom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de-DE"/>
            </a:defPPr>
            <a:lvl1pPr algn="r" defTabSz="457130" rtl="0" fontAlgn="base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800" b="1" kern="1200">
                <a:solidFill>
                  <a:schemeClr val="tx1"/>
                </a:solidFill>
                <a:latin typeface="Arial Narrow" pitchFamily="34" charset="0"/>
                <a:ea typeface="ＭＳ Ｐゴシック" pitchFamily="34" charset="-128"/>
                <a:cs typeface="+mn-cs"/>
              </a:defRPr>
            </a:lvl1pPr>
            <a:lvl2pPr marL="457130" algn="l" defTabSz="457130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260" algn="l" defTabSz="457130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390" algn="l" defTabSz="457130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520" algn="l" defTabSz="457130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5650" algn="l" defTabSz="914260" rtl="0" eaLnBrk="1" latinLnBrk="0" hangingPunct="1">
              <a:defRPr sz="24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2780" algn="l" defTabSz="914260" rtl="0" eaLnBrk="1" latinLnBrk="0" hangingPunct="1">
              <a:defRPr sz="24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199910" algn="l" defTabSz="914260" rtl="0" eaLnBrk="1" latinLnBrk="0" hangingPunct="1">
              <a:defRPr sz="24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040" algn="l" defTabSz="914260" rtl="0" eaLnBrk="1" latinLnBrk="0" hangingPunct="1">
              <a:defRPr sz="24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fld id="{718AD556-952E-4F08-88B8-CD5F85BF2638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10" name="Textplatzhalter 4"/>
          <p:cNvSpPr>
            <a:spLocks noGrp="1"/>
          </p:cNvSpPr>
          <p:nvPr/>
        </p:nvSpPr>
        <p:spPr bwMode="gray">
          <a:xfrm>
            <a:off x="380451" y="953444"/>
            <a:ext cx="6135765" cy="3816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marL="0" indent="0" algn="l" rtl="0" eaLnBrk="1" fontAlgn="base" hangingPunct="1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6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1pPr>
            <a:lvl2pPr marL="180000" indent="-180000" algn="l" rtl="0" eaLnBrk="1" fontAlgn="base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itchFamily="2" charset="2"/>
              <a:buChar char="§"/>
              <a:defRPr sz="16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2pPr>
            <a:lvl3pPr marL="358775" indent="-180000" algn="l" rtl="0" eaLnBrk="1" fontAlgn="base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itchFamily="2" charset="2"/>
              <a:buChar char="§"/>
              <a:defRPr sz="14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3pPr>
            <a:lvl4pPr marL="541338" indent="-180000" algn="l" rtl="0" eaLnBrk="1" fontAlgn="base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§"/>
              <a:defRPr sz="14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4pPr>
            <a:lvl5pPr marL="270000" indent="-270000" algn="l" rtl="0" eaLnBrk="1" fontAlgn="base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Font typeface="+mj-lt"/>
              <a:buAutoNum type="arabicPeriod"/>
              <a:defRPr sz="16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5pPr>
            <a:lvl6pPr marL="449263" indent="-180000" algn="l" defTabSz="914260" rtl="0" eaLnBrk="1" latinLnBrk="0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Font typeface="+mj-lt"/>
              <a:buAutoNum type="alphaLcPeriod"/>
              <a:defRPr sz="14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0" indent="0" algn="l" defTabSz="914260" rtl="0" eaLnBrk="1" latinLnBrk="0" hangingPunct="1">
              <a:spcBef>
                <a:spcPts val="300"/>
              </a:spcBef>
              <a:spcAft>
                <a:spcPts val="300"/>
              </a:spcAft>
              <a:buClr>
                <a:schemeClr val="accent4"/>
              </a:buClr>
              <a:buFont typeface="Wingdings" pitchFamily="2" charset="2"/>
              <a:buNone/>
              <a:defRPr sz="1600" b="1" kern="120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7pPr>
            <a:lvl8pPr marL="88900" indent="0" algn="l" defTabSz="914260" rtl="0" eaLnBrk="1" latinLnBrk="0" hangingPunct="1">
              <a:spcBef>
                <a:spcPts val="0"/>
              </a:spcBef>
              <a:spcAft>
                <a:spcPts val="1300"/>
              </a:spcAft>
              <a:buClr>
                <a:schemeClr val="accent2"/>
              </a:buClr>
              <a:buSzPct val="90000"/>
              <a:buFontTx/>
              <a:buNone/>
              <a:defRPr sz="1400" b="0" kern="120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8pPr>
            <a:lvl9pPr marL="0" indent="0" algn="ctr" defTabSz="914260" rtl="0" eaLnBrk="1" latinLnBrk="0" hangingPunct="1">
              <a:spcBef>
                <a:spcPts val="0"/>
              </a:spcBef>
              <a:spcAft>
                <a:spcPts val="1300"/>
              </a:spcAft>
              <a:buFont typeface="Arial" pitchFamily="34" charset="0"/>
              <a:buNone/>
              <a:defRPr lang="de-DE" sz="1400" b="0" kern="1200" dirty="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 smtClean="0"/>
              <a:t>Subject, problem, issues</a:t>
            </a:r>
          </a:p>
          <a:p>
            <a:pPr marL="285750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endParaRPr lang="en-US" sz="1000" dirty="0" smtClean="0"/>
          </a:p>
          <a:p>
            <a:pPr marL="285750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 smtClean="0"/>
              <a:t>Data (volume, architecture)</a:t>
            </a:r>
          </a:p>
          <a:p>
            <a:pPr marL="465750" lvl="1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 smtClean="0"/>
              <a:t>identification </a:t>
            </a:r>
            <a:r>
              <a:rPr lang="en-US" sz="1000" dirty="0" err="1" smtClean="0"/>
              <a:t>long.mode</a:t>
            </a:r>
            <a:r>
              <a:rPr lang="en-US" sz="1000" dirty="0" smtClean="0"/>
              <a:t>, MAC</a:t>
            </a:r>
          </a:p>
          <a:p>
            <a:pPr marL="465750" lvl="1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 smtClean="0"/>
              <a:t>(</a:t>
            </a:r>
            <a:r>
              <a:rPr lang="en-US" sz="1000" dirty="0" err="1" smtClean="0"/>
              <a:t>streamlit</a:t>
            </a:r>
            <a:r>
              <a:rPr lang="en-US" sz="1000" dirty="0" smtClean="0"/>
              <a:t>) </a:t>
            </a:r>
            <a:r>
              <a:rPr lang="en-US" sz="1000" dirty="0" err="1" smtClean="0"/>
              <a:t>dataframes</a:t>
            </a:r>
            <a:endParaRPr lang="en-US" sz="1000" dirty="0" smtClean="0"/>
          </a:p>
          <a:p>
            <a:pPr marL="465750" lvl="1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endParaRPr lang="en-US" sz="1000" dirty="0" smtClean="0"/>
          </a:p>
          <a:p>
            <a:pPr marL="285750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 smtClean="0"/>
              <a:t>Data visualization</a:t>
            </a:r>
          </a:p>
          <a:p>
            <a:pPr lvl="1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 smtClean="0"/>
              <a:t>- (</a:t>
            </a:r>
            <a:r>
              <a:rPr lang="en-US" sz="1000" dirty="0" err="1" smtClean="0"/>
              <a:t>streamlit</a:t>
            </a:r>
            <a:r>
              <a:rPr lang="en-US" sz="1000" dirty="0" smtClean="0"/>
              <a:t>) distribution of the </a:t>
            </a:r>
            <a:r>
              <a:rPr lang="en-US" sz="1000" dirty="0" err="1" smtClean="0"/>
              <a:t>expl</a:t>
            </a:r>
            <a:r>
              <a:rPr lang="en-US" sz="1000" dirty="0" smtClean="0"/>
              <a:t>. variables + correlation </a:t>
            </a:r>
            <a:r>
              <a:rPr lang="en-US" sz="1000" dirty="0" err="1" smtClean="0"/>
              <a:t>heatmap</a:t>
            </a:r>
            <a:endParaRPr lang="en-US" sz="1000" dirty="0" smtClean="0"/>
          </a:p>
          <a:p>
            <a:pPr lvl="1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 smtClean="0"/>
              <a:t>- (</a:t>
            </a:r>
            <a:r>
              <a:rPr lang="en-US" sz="1000" dirty="0" err="1" smtClean="0"/>
              <a:t>streamlit</a:t>
            </a:r>
            <a:r>
              <a:rPr lang="en-US" sz="1000" dirty="0"/>
              <a:t>) identified long. </a:t>
            </a:r>
            <a:r>
              <a:rPr lang="en-US" sz="1000" dirty="0" smtClean="0"/>
              <a:t>mode</a:t>
            </a:r>
          </a:p>
          <a:p>
            <a:pPr marL="465750" lvl="1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endParaRPr lang="en-US" sz="1000" dirty="0" smtClean="0"/>
          </a:p>
          <a:p>
            <a:pPr marL="285750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 smtClean="0"/>
              <a:t>Pre-processing</a:t>
            </a:r>
          </a:p>
          <a:p>
            <a:pPr marL="465750" lvl="1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 smtClean="0"/>
              <a:t>slot classes</a:t>
            </a:r>
          </a:p>
          <a:p>
            <a:pPr marL="465750" lvl="1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 err="1" smtClean="0"/>
              <a:t>NRDD</a:t>
            </a:r>
            <a:endParaRPr lang="en-US" sz="1000" dirty="0" smtClean="0"/>
          </a:p>
          <a:p>
            <a:pPr marL="465750" lvl="1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endParaRPr lang="en-US" sz="1000" dirty="0" smtClean="0"/>
          </a:p>
          <a:p>
            <a:pPr marL="285750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 smtClean="0"/>
              <a:t>Long .frequencies</a:t>
            </a:r>
          </a:p>
          <a:p>
            <a:pPr marL="465750" lvl="1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 smtClean="0"/>
              <a:t>(</a:t>
            </a:r>
            <a:r>
              <a:rPr lang="en-US" sz="1000" dirty="0" err="1" smtClean="0"/>
              <a:t>streamlit</a:t>
            </a:r>
            <a:r>
              <a:rPr lang="en-US" sz="1000" dirty="0" smtClean="0"/>
              <a:t>) Trained models and results, tuned model</a:t>
            </a:r>
          </a:p>
          <a:p>
            <a:pPr marL="465750" lvl="1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 smtClean="0"/>
              <a:t>(</a:t>
            </a:r>
            <a:r>
              <a:rPr lang="en-US" sz="1000" dirty="0" err="1" smtClean="0"/>
              <a:t>streamlit</a:t>
            </a:r>
            <a:r>
              <a:rPr lang="en-US" sz="1000" dirty="0" smtClean="0"/>
              <a:t>) Best &amp; worst predictions</a:t>
            </a:r>
          </a:p>
          <a:p>
            <a:pPr marL="465750" lvl="1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 smtClean="0"/>
              <a:t>(</a:t>
            </a:r>
            <a:r>
              <a:rPr lang="en-US" sz="1000" dirty="0" err="1" smtClean="0"/>
              <a:t>streamlit</a:t>
            </a:r>
            <a:r>
              <a:rPr lang="en-US" sz="1000" dirty="0" smtClean="0"/>
              <a:t>) Filtered data</a:t>
            </a:r>
          </a:p>
          <a:p>
            <a:pPr marL="465750" lvl="1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endParaRPr lang="en-US" sz="1000" dirty="0" smtClean="0"/>
          </a:p>
          <a:p>
            <a:pPr marL="285750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 smtClean="0"/>
              <a:t>Link results with the business issue, Next Steps</a:t>
            </a:r>
          </a:p>
          <a:p>
            <a:pPr marL="285750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 smtClean="0"/>
              <a:t>Conclusion &amp; Outlook</a:t>
            </a:r>
          </a:p>
        </p:txBody>
      </p:sp>
      <p:sp>
        <p:nvSpPr>
          <p:cNvPr id="5" name="Textfeld 4"/>
          <p:cNvSpPr txBox="1"/>
          <p:nvPr/>
        </p:nvSpPr>
        <p:spPr bwMode="gray">
          <a:xfrm>
            <a:off x="5076056" y="987574"/>
            <a:ext cx="2952328" cy="252028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180000" indent="-180000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§"/>
            </a:pP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20 min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presentation</a:t>
            </a:r>
            <a:endParaRPr lang="de-DE" sz="1400" dirty="0" smtClean="0">
              <a:solidFill>
                <a:schemeClr val="tx1"/>
              </a:solidFill>
              <a:latin typeface="+mn-lt"/>
            </a:endParaRPr>
          </a:p>
          <a:p>
            <a:pPr marL="180000" indent="-180000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§"/>
            </a:pPr>
            <a:r>
              <a:rPr lang="de-DE" sz="1400" dirty="0" smtClean="0">
                <a:latin typeface="+mn-lt"/>
              </a:rPr>
              <a:t>10 min </a:t>
            </a:r>
            <a:r>
              <a:rPr lang="de-DE" sz="1400" dirty="0" err="1" smtClean="0">
                <a:latin typeface="+mn-lt"/>
              </a:rPr>
              <a:t>questions</a:t>
            </a:r>
            <a:endParaRPr lang="de-DE" sz="1400" dirty="0" smtClean="0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746137848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 smtClean="0"/>
              <a:t>Introduction</a:t>
            </a:r>
            <a:endParaRPr lang="de-DE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de-DE" smtClean="0"/>
              <a:t>01</a:t>
            </a:r>
            <a:endParaRPr lang="de-DE" dirty="0" smtClean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2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1" name="Foliennummernplatzhalter 10"/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DB4A530B-3EE4-4998-A998-EBC0EA009526}" type="slidenum">
              <a:rPr lang="en-US" smtClean="0"/>
              <a:pPr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74976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de-DE" dirty="0" err="1" smtClean="0"/>
              <a:t>Concept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ultrasonic</a:t>
            </a:r>
            <a:r>
              <a:rPr lang="de-DE" dirty="0" smtClean="0"/>
              <a:t> </a:t>
            </a:r>
            <a:r>
              <a:rPr lang="de-DE" dirty="0" err="1" smtClean="0"/>
              <a:t>welding</a:t>
            </a:r>
            <a:r>
              <a:rPr lang="de-DE" dirty="0" smtClean="0"/>
              <a:t>: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 dirty="0" err="1" smtClean="0"/>
              <a:t>convert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vibration</a:t>
            </a:r>
            <a:r>
              <a:rPr lang="de-DE" dirty="0" smtClean="0"/>
              <a:t> </a:t>
            </a:r>
            <a:r>
              <a:rPr lang="de-DE" dirty="0" err="1" smtClean="0"/>
              <a:t>energy</a:t>
            </a:r>
            <a:r>
              <a:rPr lang="de-DE" dirty="0" smtClean="0"/>
              <a:t>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welding</a:t>
            </a:r>
            <a:r>
              <a:rPr lang="de-DE" dirty="0" smtClean="0"/>
              <a:t> </a:t>
            </a:r>
            <a:r>
              <a:rPr lang="de-DE" dirty="0" err="1" smtClean="0"/>
              <a:t>parts</a:t>
            </a:r>
            <a:endParaRPr lang="de-DE" dirty="0" smtClean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 dirty="0" err="1" smtClean="0"/>
              <a:t>energy</a:t>
            </a:r>
            <a:r>
              <a:rPr lang="de-DE" dirty="0" smtClean="0"/>
              <a:t> </a:t>
            </a:r>
            <a:r>
              <a:rPr lang="de-DE" dirty="0" err="1" smtClean="0"/>
              <a:t>transformed</a:t>
            </a:r>
            <a:r>
              <a:rPr lang="de-DE" dirty="0" smtClean="0"/>
              <a:t> in </a:t>
            </a:r>
            <a:r>
              <a:rPr lang="de-DE" b="1" dirty="0" err="1" smtClean="0"/>
              <a:t>heat</a:t>
            </a:r>
            <a:r>
              <a:rPr lang="de-DE" dirty="0" smtClean="0"/>
              <a:t> </a:t>
            </a:r>
            <a:r>
              <a:rPr lang="de-DE" dirty="0" err="1" smtClean="0"/>
              <a:t>by</a:t>
            </a:r>
            <a:r>
              <a:rPr lang="de-DE" dirty="0" smtClean="0"/>
              <a:t> </a:t>
            </a:r>
            <a:r>
              <a:rPr lang="de-DE" dirty="0" err="1" smtClean="0"/>
              <a:t>friction</a:t>
            </a:r>
            <a:endParaRPr lang="de-DE" dirty="0" smtClean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 dirty="0" err="1" smtClean="0"/>
              <a:t>with</a:t>
            </a:r>
            <a:r>
              <a:rPr lang="de-DE" dirty="0" smtClean="0"/>
              <a:t> </a:t>
            </a:r>
            <a:r>
              <a:rPr lang="de-DE" dirty="0" err="1" smtClean="0"/>
              <a:t>mechanical</a:t>
            </a:r>
            <a:r>
              <a:rPr lang="de-DE" dirty="0" smtClean="0"/>
              <a:t> </a:t>
            </a:r>
            <a:r>
              <a:rPr lang="de-DE" b="1" dirty="0" err="1" smtClean="0"/>
              <a:t>force</a:t>
            </a:r>
            <a:r>
              <a:rPr lang="de-DE" dirty="0" smtClean="0"/>
              <a:t> </a:t>
            </a:r>
            <a:r>
              <a:rPr lang="de-DE" dirty="0" smtClean="0">
                <a:sym typeface="Wingdings" panose="05000000000000000000" pitchFamily="2" charset="2"/>
              </a:rPr>
              <a:t></a:t>
            </a:r>
            <a:r>
              <a:rPr lang="de-DE" dirty="0" smtClean="0"/>
              <a:t> </a:t>
            </a:r>
            <a:r>
              <a:rPr lang="de-DE" dirty="0" err="1" smtClean="0"/>
              <a:t>new</a:t>
            </a:r>
            <a:r>
              <a:rPr lang="de-DE" dirty="0" smtClean="0"/>
              <a:t> </a:t>
            </a:r>
            <a:r>
              <a:rPr lang="de-DE" dirty="0" err="1" smtClean="0"/>
              <a:t>connection</a:t>
            </a:r>
            <a:endParaRPr lang="de-DE" dirty="0" smtClean="0"/>
          </a:p>
          <a:p>
            <a:pPr marL="285750" indent="-285750">
              <a:buFontTx/>
              <a:buChar char="-"/>
            </a:pPr>
            <a:endParaRPr lang="de-DE" dirty="0" smtClean="0"/>
          </a:p>
          <a:p>
            <a:r>
              <a:rPr lang="de-DE" dirty="0" err="1" smtClean="0"/>
              <a:t>Ultrasonic</a:t>
            </a:r>
            <a:r>
              <a:rPr lang="de-DE" dirty="0" smtClean="0"/>
              <a:t> sonotrode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 b="1" dirty="0" smtClean="0"/>
              <a:t>longitudinal</a:t>
            </a:r>
            <a:r>
              <a:rPr lang="de-DE" dirty="0" smtClean="0"/>
              <a:t>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used</a:t>
            </a:r>
            <a:r>
              <a:rPr lang="de-DE" dirty="0" smtClean="0"/>
              <a:t>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drive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vibration</a:t>
            </a:r>
            <a:endParaRPr lang="de-DE" dirty="0" smtClean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 dirty="0" smtClean="0"/>
              <a:t>must </a:t>
            </a:r>
            <a:r>
              <a:rPr lang="de-DE" dirty="0" err="1" smtClean="0"/>
              <a:t>meet</a:t>
            </a:r>
            <a:r>
              <a:rPr lang="de-DE" dirty="0" smtClean="0"/>
              <a:t> </a:t>
            </a:r>
            <a:r>
              <a:rPr lang="de-DE" dirty="0" err="1" smtClean="0"/>
              <a:t>requirements</a:t>
            </a:r>
            <a:r>
              <a:rPr lang="de-DE" dirty="0" smtClean="0"/>
              <a:t>:</a:t>
            </a:r>
          </a:p>
          <a:p>
            <a:pPr marL="465750" lvl="1" indent="-285750">
              <a:buFont typeface="Arial" panose="020B0604020202020204" pitchFamily="34" charset="0"/>
              <a:buChar char="•"/>
            </a:pPr>
            <a:r>
              <a:rPr lang="de-DE" dirty="0" err="1" smtClean="0"/>
              <a:t>frequency</a:t>
            </a:r>
            <a:r>
              <a:rPr lang="de-DE" dirty="0" smtClean="0"/>
              <a:t> ~ 20 kHz</a:t>
            </a:r>
          </a:p>
          <a:p>
            <a:pPr marL="465750" lvl="1" indent="-285750">
              <a:buFont typeface="Arial" panose="020B0604020202020204" pitchFamily="34" charset="0"/>
              <a:buChar char="•"/>
            </a:pPr>
            <a:r>
              <a:rPr lang="de-DE" dirty="0" smtClean="0"/>
              <a:t>longitudinal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isolated</a:t>
            </a:r>
            <a:endParaRPr lang="de-DE" dirty="0" smtClean="0"/>
          </a:p>
          <a:p>
            <a:pPr marL="465750" lvl="1" indent="-285750">
              <a:buFont typeface="Arial" panose="020B0604020202020204" pitchFamily="34" charset="0"/>
              <a:buChar char="•"/>
            </a:pPr>
            <a:r>
              <a:rPr lang="de-DE" dirty="0" smtClean="0"/>
              <a:t>uniform </a:t>
            </a:r>
            <a:r>
              <a:rPr lang="de-DE" dirty="0" err="1" smtClean="0"/>
              <a:t>displacements</a:t>
            </a:r>
            <a:r>
              <a:rPr lang="de-DE" dirty="0" smtClean="0"/>
              <a:t> at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output</a:t>
            </a:r>
            <a:endParaRPr lang="de-DE" dirty="0" smtClean="0"/>
          </a:p>
          <a:p>
            <a:pPr marL="285750" indent="-285750">
              <a:buFontTx/>
              <a:buChar char="-"/>
            </a:pPr>
            <a:endParaRPr lang="de-DE" dirty="0"/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 smtClean="0"/>
              <a:t>Project </a:t>
            </a:r>
            <a:r>
              <a:rPr lang="de-DE" dirty="0" err="1" smtClean="0"/>
              <a:t>proposal</a:t>
            </a:r>
            <a:endParaRPr lang="de-DE" dirty="0"/>
          </a:p>
        </p:txBody>
      </p:sp>
      <p:sp>
        <p:nvSpPr>
          <p:cNvPr id="6" name="Titel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 smtClean="0"/>
              <a:t>Context</a:t>
            </a:r>
            <a:endParaRPr lang="de-DE" dirty="0"/>
          </a:p>
        </p:txBody>
      </p:sp>
      <p:pic>
        <p:nvPicPr>
          <p:cNvPr id="8" name="Picture 10" descr="RPN4NEU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12160" y="1203598"/>
            <a:ext cx="2783739" cy="104407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3" name="Grafik 1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1112" y="2687867"/>
            <a:ext cx="900000" cy="688841"/>
          </a:xfrm>
          <a:prstGeom prst="rect">
            <a:avLst/>
          </a:prstGeom>
        </p:spPr>
      </p:pic>
      <p:pic>
        <p:nvPicPr>
          <p:cNvPr id="14" name="Grafik 1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6942" y="3385804"/>
            <a:ext cx="900000" cy="642128"/>
          </a:xfrm>
          <a:prstGeom prst="rect">
            <a:avLst/>
          </a:prstGeom>
        </p:spPr>
      </p:pic>
      <p:pic>
        <p:nvPicPr>
          <p:cNvPr id="15" name="Grafik 1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06942" y="4093885"/>
            <a:ext cx="900000" cy="674682"/>
          </a:xfrm>
          <a:prstGeom prst="rect">
            <a:avLst/>
          </a:prstGeom>
        </p:spPr>
      </p:pic>
      <p:pic>
        <p:nvPicPr>
          <p:cNvPr id="16" name="Grafik 15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88224" y="2951295"/>
            <a:ext cx="1800199" cy="1357370"/>
          </a:xfrm>
          <a:prstGeom prst="rect">
            <a:avLst/>
          </a:prstGeom>
        </p:spPr>
      </p:pic>
      <p:cxnSp>
        <p:nvCxnSpPr>
          <p:cNvPr id="19" name="Gerade Verbindung mit Pfeil 18"/>
          <p:cNvCxnSpPr/>
          <p:nvPr/>
        </p:nvCxnSpPr>
        <p:spPr bwMode="gray">
          <a:xfrm>
            <a:off x="5796136" y="3706868"/>
            <a:ext cx="648072" cy="0"/>
          </a:xfrm>
          <a:prstGeom prst="straightConnector1">
            <a:avLst/>
          </a:prstGeom>
          <a:ln w="9525">
            <a:solidFill>
              <a:schemeClr val="bg2"/>
            </a:solidFill>
            <a:miter lim="800000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10397754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1" indent="0">
              <a:buNone/>
            </a:pPr>
            <a:r>
              <a:rPr lang="de-DE" dirty="0" smtClean="0"/>
              <a:t>Main </a:t>
            </a:r>
            <a:r>
              <a:rPr lang="de-DE" dirty="0" err="1" smtClean="0"/>
              <a:t>goal</a:t>
            </a:r>
            <a:r>
              <a:rPr lang="de-DE" dirty="0" smtClean="0"/>
              <a:t>: </a:t>
            </a:r>
            <a:r>
              <a:rPr lang="de-DE" dirty="0" err="1" smtClean="0"/>
              <a:t>Prediction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FEM</a:t>
            </a:r>
            <a:r>
              <a:rPr lang="de-DE" dirty="0" smtClean="0"/>
              <a:t> </a:t>
            </a:r>
            <a:r>
              <a:rPr lang="de-DE" dirty="0" err="1" smtClean="0"/>
              <a:t>results</a:t>
            </a:r>
            <a:r>
              <a:rPr lang="de-DE" dirty="0" smtClean="0"/>
              <a:t> </a:t>
            </a:r>
            <a:r>
              <a:rPr lang="de-DE" dirty="0" err="1" smtClean="0"/>
              <a:t>from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sonotrode </a:t>
            </a:r>
            <a:r>
              <a:rPr lang="de-DE" dirty="0" err="1" smtClean="0"/>
              <a:t>geometry</a:t>
            </a:r>
            <a:endParaRPr lang="de-DE" dirty="0" smtClean="0"/>
          </a:p>
          <a:p>
            <a:pPr lvl="1" indent="0">
              <a:buNone/>
            </a:pPr>
            <a:endParaRPr lang="de-DE" dirty="0" smtClean="0"/>
          </a:p>
          <a:p>
            <a:pPr lvl="1" indent="0">
              <a:buNone/>
            </a:pPr>
            <a:r>
              <a:rPr lang="de-DE" dirty="0" smtClean="0"/>
              <a:t>3 </a:t>
            </a:r>
            <a:r>
              <a:rPr lang="de-DE" dirty="0" err="1" smtClean="0"/>
              <a:t>predictions</a:t>
            </a:r>
            <a:r>
              <a:rPr lang="de-DE" dirty="0" smtClean="0"/>
              <a:t>:</a:t>
            </a:r>
          </a:p>
          <a:p>
            <a:pPr marL="465750" lvl="1" indent="-285750">
              <a:buFontTx/>
              <a:buChar char="-"/>
            </a:pPr>
            <a:r>
              <a:rPr lang="de-DE" dirty="0" smtClean="0"/>
              <a:t>longitudinal </a:t>
            </a:r>
            <a:r>
              <a:rPr lang="de-DE" dirty="0" err="1" smtClean="0"/>
              <a:t>frequency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r>
              <a:rPr lang="de-DE" dirty="0" err="1" smtClean="0"/>
              <a:t>frequencies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all </a:t>
            </a:r>
            <a:r>
              <a:rPr lang="de-DE" dirty="0" err="1" smtClean="0"/>
              <a:t>modes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r>
              <a:rPr lang="de-DE" dirty="0" err="1" smtClean="0"/>
              <a:t>uniformity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output</a:t>
            </a:r>
            <a:r>
              <a:rPr lang="de-DE" dirty="0" smtClean="0"/>
              <a:t> </a:t>
            </a:r>
            <a:r>
              <a:rPr lang="de-DE" dirty="0" err="1" smtClean="0"/>
              <a:t>displacements</a:t>
            </a:r>
            <a:endParaRPr lang="de-DE" dirty="0" smtClean="0"/>
          </a:p>
          <a:p>
            <a:pPr lvl="1" indent="0">
              <a:buNone/>
            </a:pPr>
            <a:endParaRPr lang="de-DE" dirty="0" smtClean="0"/>
          </a:p>
          <a:p>
            <a:pPr lvl="1" indent="0">
              <a:buNone/>
            </a:pPr>
            <a:r>
              <a:rPr lang="de-DE" dirty="0" err="1" smtClean="0"/>
              <a:t>Geometry</a:t>
            </a:r>
            <a:r>
              <a:rPr lang="de-DE" dirty="0" smtClean="0"/>
              <a:t>: 23 </a:t>
            </a:r>
            <a:r>
              <a:rPr lang="de-DE" dirty="0" err="1" smtClean="0"/>
              <a:t>parameters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r>
              <a:rPr lang="de-DE" dirty="0" smtClean="0"/>
              <a:t>(</a:t>
            </a:r>
            <a:r>
              <a:rPr lang="de-DE" dirty="0" err="1" smtClean="0"/>
              <a:t>dim_x</a:t>
            </a:r>
            <a:r>
              <a:rPr lang="de-DE" dirty="0" smtClean="0"/>
              <a:t>) × (</a:t>
            </a:r>
            <a:r>
              <a:rPr lang="de-DE" dirty="0" err="1" smtClean="0"/>
              <a:t>dim_z</a:t>
            </a:r>
            <a:r>
              <a:rPr lang="de-DE" dirty="0" smtClean="0"/>
              <a:t>): </a:t>
            </a:r>
            <a:r>
              <a:rPr lang="de-DE" dirty="0" err="1" smtClean="0"/>
              <a:t>output</a:t>
            </a:r>
            <a:r>
              <a:rPr lang="de-DE" dirty="0" smtClean="0"/>
              <a:t> </a:t>
            </a:r>
            <a:r>
              <a:rPr lang="de-DE" dirty="0" err="1" smtClean="0"/>
              <a:t>surface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r>
              <a:rPr lang="de-DE" dirty="0" smtClean="0"/>
              <a:t>(</a:t>
            </a:r>
            <a:r>
              <a:rPr lang="de-DE" dirty="0" err="1" smtClean="0"/>
              <a:t>dim_y</a:t>
            </a:r>
            <a:r>
              <a:rPr lang="de-DE" dirty="0" smtClean="0"/>
              <a:t>): </a:t>
            </a:r>
            <a:r>
              <a:rPr lang="de-DE" dirty="0" err="1" smtClean="0"/>
              <a:t>length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r>
              <a:rPr lang="de-DE" dirty="0" smtClean="0"/>
              <a:t>…</a:t>
            </a: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proposal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Goal</a:t>
            </a:r>
            <a:endParaRPr lang="de-DE" dirty="0"/>
          </a:p>
        </p:txBody>
      </p:sp>
      <p:pic>
        <p:nvPicPr>
          <p:cNvPr id="8" name="Grafik 7"/>
          <p:cNvPicPr/>
          <p:nvPr/>
        </p:nvPicPr>
        <p:blipFill>
          <a:blip r:embed="rId3"/>
          <a:stretch>
            <a:fillRect/>
          </a:stretch>
        </p:blipFill>
        <p:spPr>
          <a:xfrm>
            <a:off x="3904084" y="1491630"/>
            <a:ext cx="4955955" cy="3002535"/>
          </a:xfrm>
          <a:prstGeom prst="rect">
            <a:avLst/>
          </a:prstGeom>
        </p:spPr>
      </p:pic>
      <p:sp>
        <p:nvSpPr>
          <p:cNvPr id="6" name="Abgerundetes Rechteck 5"/>
          <p:cNvSpPr/>
          <p:nvPr/>
        </p:nvSpPr>
        <p:spPr bwMode="gray">
          <a:xfrm>
            <a:off x="4807076" y="2816352"/>
            <a:ext cx="288032" cy="144016"/>
          </a:xfrm>
          <a:prstGeom prst="round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de-DE" sz="1400" b="1" dirty="0" err="1" smtClean="0">
              <a:noFill/>
            </a:endParaRPr>
          </a:p>
        </p:txBody>
      </p:sp>
      <p:sp>
        <p:nvSpPr>
          <p:cNvPr id="9" name="Abgerundetes Rechteck 8"/>
          <p:cNvSpPr/>
          <p:nvPr/>
        </p:nvSpPr>
        <p:spPr bwMode="gray">
          <a:xfrm>
            <a:off x="6631654" y="2763959"/>
            <a:ext cx="288032" cy="144016"/>
          </a:xfrm>
          <a:prstGeom prst="round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de-DE" sz="1400" b="1" dirty="0" err="1" smtClean="0">
              <a:noFill/>
            </a:endParaRPr>
          </a:p>
        </p:txBody>
      </p:sp>
      <p:sp>
        <p:nvSpPr>
          <p:cNvPr id="10" name="Abgerundetes Rechteck 9"/>
          <p:cNvSpPr/>
          <p:nvPr/>
        </p:nvSpPr>
        <p:spPr bwMode="gray">
          <a:xfrm rot="16200000">
            <a:off x="7692159" y="2225999"/>
            <a:ext cx="288032" cy="144016"/>
          </a:xfrm>
          <a:prstGeom prst="round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de-DE" sz="1400" b="1" dirty="0" err="1" smtClean="0">
              <a:noFill/>
            </a:endParaRPr>
          </a:p>
        </p:txBody>
      </p:sp>
    </p:spTree>
    <p:extLst>
      <p:ext uri="{BB962C8B-B14F-4D97-AF65-F5344CB8AC3E}">
        <p14:creationId xmlns:p14="http://schemas.microsoft.com/office/powerpoint/2010/main" val="3816838410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465750" lvl="1" indent="-285750">
              <a:buFontTx/>
              <a:buChar char="-"/>
            </a:pPr>
            <a:r>
              <a:rPr lang="de-DE" dirty="0" smtClean="0"/>
              <a:t>MAC (Modal Assurance </a:t>
            </a:r>
            <a:r>
              <a:rPr lang="de-DE" dirty="0" err="1" smtClean="0"/>
              <a:t>Criterion</a:t>
            </a:r>
            <a:r>
              <a:rPr lang="de-DE" dirty="0" smtClean="0"/>
              <a:t>)</a:t>
            </a:r>
          </a:p>
          <a:p>
            <a:pPr lvl="2" indent="0">
              <a:buNone/>
            </a:pPr>
            <a:r>
              <a:rPr lang="de-DE" dirty="0" err="1" smtClean="0"/>
              <a:t>comparison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shapes</a:t>
            </a:r>
            <a:r>
              <a:rPr lang="de-DE" dirty="0" smtClean="0"/>
              <a:t> </a:t>
            </a:r>
            <a:r>
              <a:rPr lang="de-DE" dirty="0" err="1" smtClean="0"/>
              <a:t>with</a:t>
            </a:r>
            <a:r>
              <a:rPr lang="de-DE" dirty="0" smtClean="0"/>
              <a:t> a </a:t>
            </a:r>
            <a:r>
              <a:rPr lang="de-DE" dirty="0" err="1" smtClean="0"/>
              <a:t>reference</a:t>
            </a:r>
            <a:r>
              <a:rPr lang="de-DE" dirty="0" smtClean="0"/>
              <a:t> longitudinal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shape</a:t>
            </a:r>
            <a:endParaRPr lang="de-DE" dirty="0" smtClean="0"/>
          </a:p>
          <a:p>
            <a:pPr lvl="2" indent="0">
              <a:buNone/>
            </a:pPr>
            <a:r>
              <a:rPr lang="de-DE" dirty="0" smtClean="0"/>
              <a:t>0 = </a:t>
            </a:r>
            <a:r>
              <a:rPr lang="de-DE" dirty="0" err="1" smtClean="0"/>
              <a:t>no</a:t>
            </a:r>
            <a:r>
              <a:rPr lang="de-DE" dirty="0" smtClean="0"/>
              <a:t> </a:t>
            </a:r>
            <a:r>
              <a:rPr lang="de-DE" dirty="0" err="1" smtClean="0"/>
              <a:t>correspondance</a:t>
            </a:r>
            <a:endParaRPr lang="de-DE" dirty="0" smtClean="0"/>
          </a:p>
          <a:p>
            <a:pPr lvl="2" indent="0">
              <a:buNone/>
            </a:pPr>
            <a:r>
              <a:rPr lang="de-DE" dirty="0" smtClean="0"/>
              <a:t>1 = </a:t>
            </a:r>
            <a:r>
              <a:rPr lang="de-DE" dirty="0" err="1" smtClean="0"/>
              <a:t>full</a:t>
            </a:r>
            <a:r>
              <a:rPr lang="de-DE" dirty="0" smtClean="0"/>
              <a:t> </a:t>
            </a:r>
            <a:r>
              <a:rPr lang="de-DE" dirty="0" err="1" smtClean="0"/>
              <a:t>correspondance</a:t>
            </a:r>
            <a:endParaRPr lang="de-DE" dirty="0" smtClean="0"/>
          </a:p>
          <a:p>
            <a:pPr lvl="2" indent="0">
              <a:buNone/>
            </a:pPr>
            <a:endParaRPr lang="de-DE" dirty="0"/>
          </a:p>
          <a:p>
            <a:pPr marL="465750" lvl="1" indent="-285750">
              <a:buFontTx/>
              <a:buChar char="-"/>
            </a:pPr>
            <a:r>
              <a:rPr lang="de-DE" dirty="0" err="1" smtClean="0"/>
              <a:t>Identification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longitudinal </a:t>
            </a:r>
            <a:r>
              <a:rPr lang="de-DE" dirty="0" err="1" smtClean="0"/>
              <a:t>mode</a:t>
            </a:r>
            <a:endParaRPr lang="de-DE" dirty="0" smtClean="0"/>
          </a:p>
          <a:p>
            <a:pPr lvl="1" indent="0">
              <a:buNone/>
            </a:pPr>
            <a:r>
              <a:rPr lang="de-DE" sz="1400" dirty="0" err="1" smtClean="0"/>
              <a:t>mode</a:t>
            </a:r>
            <a:r>
              <a:rPr lang="de-DE" sz="1400" dirty="0" smtClean="0"/>
              <a:t> </a:t>
            </a:r>
            <a:r>
              <a:rPr lang="de-DE" sz="1400" dirty="0" err="1" smtClean="0"/>
              <a:t>with</a:t>
            </a:r>
            <a:r>
              <a:rPr lang="de-DE" sz="1400" dirty="0" smtClean="0"/>
              <a:t> </a:t>
            </a:r>
            <a:r>
              <a:rPr lang="de-DE" sz="1400" dirty="0" err="1" smtClean="0"/>
              <a:t>the</a:t>
            </a:r>
            <a:r>
              <a:rPr lang="de-DE" sz="1400" dirty="0" smtClean="0"/>
              <a:t> </a:t>
            </a:r>
            <a:r>
              <a:rPr lang="de-DE" sz="1400" dirty="0" err="1" smtClean="0"/>
              <a:t>lowest</a:t>
            </a:r>
            <a:r>
              <a:rPr lang="de-DE" sz="1400" dirty="0" smtClean="0"/>
              <a:t> MAC </a:t>
            </a:r>
            <a:r>
              <a:rPr lang="de-DE" sz="1400" dirty="0" err="1" smtClean="0"/>
              <a:t>value</a:t>
            </a:r>
            <a:endParaRPr lang="de-DE" sz="1400" dirty="0"/>
          </a:p>
          <a:p>
            <a:pPr marL="465750" lvl="1" indent="-285750">
              <a:buFontTx/>
              <a:buChar char="-"/>
            </a:pPr>
            <a:endParaRPr lang="de-DE" dirty="0" smtClean="0"/>
          </a:p>
          <a:p>
            <a:pPr marL="465750" lvl="1" indent="-285750">
              <a:buFontTx/>
              <a:buChar char="-"/>
            </a:pPr>
            <a:r>
              <a:rPr lang="de-DE" dirty="0" smtClean="0"/>
              <a:t>8000 design </a:t>
            </a:r>
            <a:r>
              <a:rPr lang="de-DE" dirty="0" err="1" smtClean="0"/>
              <a:t>points</a:t>
            </a:r>
            <a:r>
              <a:rPr lang="de-DE" dirty="0" smtClean="0"/>
              <a:t> (</a:t>
            </a:r>
            <a:r>
              <a:rPr lang="de-DE" dirty="0" err="1" smtClean="0"/>
              <a:t>DP</a:t>
            </a:r>
            <a:r>
              <a:rPr lang="de-DE" dirty="0" smtClean="0"/>
              <a:t>) = geometries</a:t>
            </a:r>
          </a:p>
          <a:p>
            <a:pPr lvl="1" indent="0">
              <a:buNone/>
            </a:pPr>
            <a:r>
              <a:rPr lang="de-DE" dirty="0" smtClean="0"/>
              <a:t>CSV </a:t>
            </a:r>
            <a:r>
              <a:rPr lang="de-DE" dirty="0" err="1" smtClean="0"/>
              <a:t>files</a:t>
            </a:r>
            <a:endParaRPr lang="de-DE" dirty="0"/>
          </a:p>
          <a:p>
            <a:pPr marL="465750" lvl="1" indent="-285750">
              <a:buFontTx/>
              <a:buChar char="-"/>
            </a:pPr>
            <a:endParaRPr lang="de-DE" dirty="0"/>
          </a:p>
          <a:p>
            <a:pPr marL="465750" lvl="1" indent="-285750">
              <a:buFontTx/>
              <a:buChar char="-"/>
            </a:pPr>
            <a:r>
              <a:rPr lang="de-DE" dirty="0" smtClean="0"/>
              <a:t>Data </a:t>
            </a:r>
            <a:r>
              <a:rPr lang="de-DE" dirty="0" err="1" smtClean="0"/>
              <a:t>set</a:t>
            </a:r>
            <a:r>
              <a:rPr lang="de-DE" dirty="0" smtClean="0"/>
              <a:t> (</a:t>
            </a:r>
            <a:r>
              <a:rPr lang="de-DE" dirty="0" err="1" smtClean="0"/>
              <a:t>Streamlit</a:t>
            </a:r>
            <a:r>
              <a:rPr lang="de-DE" dirty="0" smtClean="0"/>
              <a:t>)</a:t>
            </a:r>
          </a:p>
          <a:p>
            <a:pPr lvl="1" indent="0">
              <a:buNone/>
            </a:pPr>
            <a:r>
              <a:rPr lang="de-DE" dirty="0" err="1" smtClean="0"/>
              <a:t>DataFrames</a:t>
            </a:r>
            <a:r>
              <a:rPr lang="de-DE" dirty="0" smtClean="0"/>
              <a:t>: </a:t>
            </a:r>
            <a:r>
              <a:rPr lang="de-DE" dirty="0" err="1" smtClean="0"/>
              <a:t>parameters</a:t>
            </a:r>
            <a:r>
              <a:rPr lang="de-DE" dirty="0" smtClean="0"/>
              <a:t> / </a:t>
            </a:r>
            <a:r>
              <a:rPr lang="de-DE" dirty="0" err="1" smtClean="0"/>
              <a:t>modes</a:t>
            </a:r>
            <a:r>
              <a:rPr lang="de-DE" dirty="0" smtClean="0"/>
              <a:t> / </a:t>
            </a:r>
            <a:r>
              <a:rPr lang="de-DE" dirty="0" err="1" smtClean="0"/>
              <a:t>nodes</a:t>
            </a:r>
            <a:r>
              <a:rPr lang="de-DE" dirty="0" smtClean="0"/>
              <a:t> / </a:t>
            </a:r>
            <a:r>
              <a:rPr lang="de-DE" dirty="0" err="1" smtClean="0"/>
              <a:t>defs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proposal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Data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69075160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465750" lvl="1" indent="-285750">
              <a:buFontTx/>
              <a:buChar char="-"/>
            </a:pPr>
            <a:r>
              <a:rPr lang="de-DE" dirty="0" smtClean="0"/>
              <a:t>(</a:t>
            </a:r>
            <a:r>
              <a:rPr lang="de-DE" dirty="0" err="1" smtClean="0"/>
              <a:t>Streamlit</a:t>
            </a:r>
            <a:r>
              <a:rPr lang="de-DE" dirty="0" smtClean="0"/>
              <a:t>)</a:t>
            </a:r>
          </a:p>
          <a:p>
            <a:pPr marL="465750" lvl="1" indent="-285750">
              <a:buFontTx/>
              <a:buChar char="-"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proposal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72719641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>
          <a:xfrm>
            <a:off x="431800" y="864394"/>
            <a:ext cx="8278988" cy="3075508"/>
          </a:xfrm>
        </p:spPr>
        <p:txBody>
          <a:bodyPr/>
          <a:lstStyle/>
          <a:p>
            <a:pPr marL="465750" lvl="1" indent="-285750">
              <a:buFontTx/>
              <a:buChar char="-"/>
            </a:pPr>
            <a:r>
              <a:rPr lang="de-DE" dirty="0" smtClean="0"/>
              <a:t>Slot </a:t>
            </a:r>
            <a:r>
              <a:rPr lang="de-DE" dirty="0" err="1" smtClean="0"/>
              <a:t>classes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endParaRPr lang="de-DE" dirty="0"/>
          </a:p>
          <a:p>
            <a:pPr marL="465750" lvl="1" indent="-285750">
              <a:buFontTx/>
              <a:buChar char="-"/>
            </a:pPr>
            <a:endParaRPr lang="de-DE" dirty="0" smtClean="0"/>
          </a:p>
          <a:p>
            <a:pPr marL="465750" lvl="1" indent="-285750">
              <a:buFontTx/>
              <a:buChar char="-"/>
            </a:pPr>
            <a:endParaRPr lang="de-DE" dirty="0" smtClean="0"/>
          </a:p>
          <a:p>
            <a:pPr marL="465750" lvl="1" indent="-285750">
              <a:buFontTx/>
              <a:buChar char="-"/>
            </a:pPr>
            <a:endParaRPr lang="de-DE" dirty="0"/>
          </a:p>
          <a:p>
            <a:pPr marL="465750" lvl="1" indent="-285750">
              <a:buFontTx/>
              <a:buChar char="-"/>
            </a:pPr>
            <a:endParaRPr lang="de-DE" dirty="0" smtClean="0"/>
          </a:p>
          <a:p>
            <a:pPr marL="465750" lvl="1" indent="-285750">
              <a:buFontTx/>
              <a:buChar char="-"/>
            </a:pPr>
            <a:endParaRPr lang="de-DE" dirty="0" smtClean="0"/>
          </a:p>
          <a:p>
            <a:pPr marL="465750" lvl="1" indent="-285750">
              <a:buFontTx/>
              <a:buChar char="-"/>
            </a:pPr>
            <a:r>
              <a:rPr lang="de-DE" dirty="0" err="1" smtClean="0"/>
              <a:t>NRDD</a:t>
            </a:r>
            <a:endParaRPr lang="de-DE" dirty="0" smtClean="0"/>
          </a:p>
          <a:p>
            <a:pPr lvl="1" indent="0">
              <a:buNone/>
            </a:pPr>
            <a:r>
              <a:rPr lang="de-DE" dirty="0" smtClean="0"/>
              <a:t>Norm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Relative </a:t>
            </a:r>
            <a:r>
              <a:rPr lang="de-DE" dirty="0" err="1" smtClean="0"/>
              <a:t>Displacement</a:t>
            </a:r>
            <a:r>
              <a:rPr lang="de-DE" dirty="0" smtClean="0"/>
              <a:t> Deviation</a:t>
            </a:r>
          </a:p>
          <a:p>
            <a:pPr lvl="1" indent="0">
              <a:buNone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proposal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 smtClean="0"/>
              <a:t>Pre-processing</a:t>
            </a:r>
            <a:endParaRPr lang="de-DE" dirty="0"/>
          </a:p>
        </p:txBody>
      </p:sp>
      <p:pic>
        <p:nvPicPr>
          <p:cNvPr id="8" name="Grafik 7"/>
          <p:cNvPicPr/>
          <p:nvPr/>
        </p:nvPicPr>
        <p:blipFill>
          <a:blip r:embed="rId3"/>
          <a:stretch>
            <a:fillRect/>
          </a:stretch>
        </p:blipFill>
        <p:spPr>
          <a:xfrm>
            <a:off x="2323710" y="1131590"/>
            <a:ext cx="1350645" cy="861060"/>
          </a:xfrm>
          <a:prstGeom prst="rect">
            <a:avLst/>
          </a:prstGeom>
        </p:spPr>
      </p:pic>
      <p:pic>
        <p:nvPicPr>
          <p:cNvPr id="10" name="Grafik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39952" y="930305"/>
            <a:ext cx="2572109" cy="2181529"/>
          </a:xfrm>
          <a:prstGeom prst="rect">
            <a:avLst/>
          </a:prstGeom>
        </p:spPr>
      </p:pic>
      <p:cxnSp>
        <p:nvCxnSpPr>
          <p:cNvPr id="12" name="Gerade Verbindung mit Pfeil 11"/>
          <p:cNvCxnSpPr/>
          <p:nvPr/>
        </p:nvCxnSpPr>
        <p:spPr bwMode="gray">
          <a:xfrm>
            <a:off x="4067944" y="2571750"/>
            <a:ext cx="1152128" cy="648072"/>
          </a:xfrm>
          <a:prstGeom prst="straightConnector1">
            <a:avLst/>
          </a:prstGeom>
          <a:ln w="9525">
            <a:solidFill>
              <a:schemeClr val="bg2"/>
            </a:solidFill>
            <a:miter lim="800000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Gerade Verbindung mit Pfeil 12"/>
          <p:cNvCxnSpPr/>
          <p:nvPr/>
        </p:nvCxnSpPr>
        <p:spPr bwMode="gray">
          <a:xfrm flipH="1">
            <a:off x="5724128" y="2724150"/>
            <a:ext cx="985508" cy="648072"/>
          </a:xfrm>
          <a:prstGeom prst="straightConnector1">
            <a:avLst/>
          </a:prstGeom>
          <a:ln w="9525">
            <a:solidFill>
              <a:schemeClr val="bg2"/>
            </a:solidFill>
            <a:miter lim="800000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feld 14"/>
          <p:cNvSpPr txBox="1"/>
          <p:nvPr/>
        </p:nvSpPr>
        <p:spPr bwMode="gray">
          <a:xfrm>
            <a:off x="6084168" y="3372222"/>
            <a:ext cx="627893" cy="19923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depth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(z)</a:t>
            </a:r>
          </a:p>
        </p:txBody>
      </p:sp>
      <p:sp>
        <p:nvSpPr>
          <p:cNvPr id="16" name="Textfeld 15"/>
          <p:cNvSpPr txBox="1"/>
          <p:nvPr/>
        </p:nvSpPr>
        <p:spPr bwMode="gray">
          <a:xfrm>
            <a:off x="4065519" y="2874019"/>
            <a:ext cx="627893" cy="19923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width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(x)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Rechteck 16"/>
              <p:cNvSpPr/>
              <p:nvPr/>
            </p:nvSpPr>
            <p:spPr>
              <a:xfrm>
                <a:off x="1070097" y="3681954"/>
                <a:ext cx="2507225" cy="1050288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1600" b="0" i="1" smtClean="0">
                          <a:latin typeface="Cambria Math" panose="02040503050406030204" pitchFamily="18" charset="0"/>
                        </a:rPr>
                        <m:t>𝑁𝑅𝐷𝐷</m:t>
                      </m:r>
                      <m:r>
                        <a:rPr lang="de-DE" sz="1600" b="0" i="1" smtClean="0">
                          <a:latin typeface="Cambria Math" panose="02040503050406030204" pitchFamily="18" charset="0"/>
                        </a:rPr>
                        <m:t>= </m:t>
                      </m:r>
                      <m:rad>
                        <m:radPr>
                          <m:degHide m:val="on"/>
                          <m:ctrlPr>
                            <a:rPr lang="de-DE" sz="1600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nary>
                            <m:naryPr>
                              <m:chr m:val="∑"/>
                              <m:ctrlPr>
                                <a:rPr lang="de-DE" sz="16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de-DE" sz="16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de-DE" sz="1600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de-DE" sz="16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de-DE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de-DE" sz="16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de-DE" sz="16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sSub>
                                            <m:sSubPr>
                                              <m:ctrlPr>
                                                <a:rPr lang="de-DE" sz="16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de-DE" sz="1600" i="1">
                                                  <a:latin typeface="Cambria Math" panose="02040503050406030204" pitchFamily="18" charset="0"/>
                                                </a:rPr>
                                                <m:t>𝑢</m:t>
                                              </m:r>
                                            </m:e>
                                            <m:sub>
                                              <m:r>
                                                <a:rPr lang="de-DE" sz="1600" i="1">
                                                  <a:latin typeface="Cambria Math" panose="02040503050406030204" pitchFamily="18" charset="0"/>
                                                </a:rPr>
                                                <m:t>𝑛</m:t>
                                              </m:r>
                                            </m:sub>
                                          </m:sSub>
                                          <m:r>
                                            <a:rPr lang="de-DE" sz="1600" i="1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acc>
                                            <m:accPr>
                                              <m:chr m:val="̅"/>
                                              <m:ctrlPr>
                                                <a:rPr lang="de-DE" sz="16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lang="de-DE" sz="1600" i="1">
                                                  <a:latin typeface="Cambria Math" panose="02040503050406030204" pitchFamily="18" charset="0"/>
                                                </a:rPr>
                                                <m:t>𝑢</m:t>
                                              </m:r>
                                            </m:e>
                                          </m:acc>
                                        </m:num>
                                        <m:den>
                                          <m:acc>
                                            <m:accPr>
                                              <m:chr m:val="̅"/>
                                              <m:ctrlPr>
                                                <a:rPr lang="de-DE" sz="16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lang="de-DE" sz="1600" i="1">
                                                  <a:latin typeface="Cambria Math" panose="02040503050406030204" pitchFamily="18" charset="0"/>
                                                </a:rPr>
                                                <m:t>𝑢</m:t>
                                              </m:r>
                                            </m:e>
                                          </m:acc>
                                        </m:den>
                                      </m:f>
                                    </m:e>
                                  </m:d>
                                </m:e>
                                <m:sup>
                                  <m:r>
                                    <a:rPr lang="de-DE" sz="16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rad>
                    </m:oMath>
                  </m:oMathPara>
                </a14:m>
                <a:endParaRPr lang="de-DE" sz="1600" dirty="0"/>
              </a:p>
            </p:txBody>
          </p:sp>
        </mc:Choice>
        <mc:Fallback xmlns="">
          <p:sp>
            <p:nvSpPr>
              <p:cNvPr id="17" name="Rechteck 1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0097" y="3681954"/>
                <a:ext cx="2507225" cy="105028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Textfeld 17"/>
          <p:cNvSpPr txBox="1"/>
          <p:nvPr/>
        </p:nvSpPr>
        <p:spPr bwMode="gray">
          <a:xfrm>
            <a:off x="4379465" y="4011910"/>
            <a:ext cx="4080967" cy="8388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un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: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displacement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of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the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node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n</a:t>
            </a:r>
          </a:p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400" dirty="0" smtClean="0">
                <a:latin typeface="+mn-lt"/>
              </a:rPr>
              <a:t>u: </a:t>
            </a:r>
            <a:r>
              <a:rPr lang="de-DE" sz="1400" dirty="0" err="1" smtClean="0">
                <a:latin typeface="+mn-lt"/>
              </a:rPr>
              <a:t>average</a:t>
            </a:r>
            <a:r>
              <a:rPr lang="de-DE" sz="1400" dirty="0" smtClean="0">
                <a:latin typeface="+mn-lt"/>
              </a:rPr>
              <a:t> </a:t>
            </a:r>
            <a:r>
              <a:rPr lang="de-DE" sz="1400" dirty="0" err="1" smtClean="0">
                <a:latin typeface="+mn-lt"/>
              </a:rPr>
              <a:t>of</a:t>
            </a:r>
            <a:r>
              <a:rPr lang="de-DE" sz="1400" dirty="0" smtClean="0">
                <a:latin typeface="+mn-lt"/>
              </a:rPr>
              <a:t> all </a:t>
            </a:r>
            <a:r>
              <a:rPr lang="de-DE" sz="1400" dirty="0" err="1" smtClean="0">
                <a:latin typeface="+mn-lt"/>
              </a:rPr>
              <a:t>displacements</a:t>
            </a:r>
            <a:endParaRPr lang="de-DE" sz="1400" dirty="0" smtClean="0">
              <a:latin typeface="+mn-lt"/>
            </a:endParaRPr>
          </a:p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N: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number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of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nodes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(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output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surface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082935179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1" indent="0">
              <a:buNone/>
            </a:pPr>
            <a:r>
              <a:rPr lang="de-DE" dirty="0" err="1" smtClean="0"/>
              <a:t>NRDD</a:t>
            </a:r>
            <a:r>
              <a:rPr lang="de-DE" dirty="0" smtClean="0"/>
              <a:t> = 0 </a:t>
            </a:r>
            <a:r>
              <a:rPr lang="de-DE" dirty="0" smtClean="0">
                <a:sym typeface="Wingdings" panose="05000000000000000000" pitchFamily="2" charset="2"/>
              </a:rPr>
              <a:t> </a:t>
            </a:r>
            <a:r>
              <a:rPr lang="de-DE" dirty="0" err="1" smtClean="0">
                <a:sym typeface="Wingdings" panose="05000000000000000000" pitchFamily="2" charset="2"/>
              </a:rPr>
              <a:t>perfect</a:t>
            </a:r>
            <a:r>
              <a:rPr lang="de-DE" dirty="0" smtClean="0">
                <a:sym typeface="Wingdings" panose="05000000000000000000" pitchFamily="2" charset="2"/>
              </a:rPr>
              <a:t> uniform </a:t>
            </a:r>
            <a:r>
              <a:rPr lang="de-DE" dirty="0" err="1" smtClean="0">
                <a:sym typeface="Wingdings" panose="05000000000000000000" pitchFamily="2" charset="2"/>
              </a:rPr>
              <a:t>displacements</a:t>
            </a:r>
            <a:endParaRPr lang="de-DE" dirty="0" smtClean="0">
              <a:sym typeface="Wingdings" panose="05000000000000000000" pitchFamily="2" charset="2"/>
            </a:endParaRPr>
          </a:p>
          <a:p>
            <a:pPr lvl="1" indent="0">
              <a:buNone/>
            </a:pPr>
            <a:r>
              <a:rPr lang="de-DE" dirty="0" err="1" smtClean="0">
                <a:sym typeface="Wingdings" panose="05000000000000000000" pitchFamily="2" charset="2"/>
              </a:rPr>
              <a:t>NRDD</a:t>
            </a:r>
            <a:r>
              <a:rPr lang="de-DE" dirty="0" smtClean="0">
                <a:sym typeface="Wingdings" panose="05000000000000000000" pitchFamily="2" charset="2"/>
              </a:rPr>
              <a:t> &gt; 10  </a:t>
            </a:r>
            <a:r>
              <a:rPr lang="de-DE" dirty="0" err="1" smtClean="0">
                <a:sym typeface="Wingdings" panose="05000000000000000000" pitchFamily="2" charset="2"/>
              </a:rPr>
              <a:t>poor</a:t>
            </a:r>
            <a:r>
              <a:rPr lang="de-DE" dirty="0" smtClean="0">
                <a:sym typeface="Wingdings" panose="05000000000000000000" pitchFamily="2" charset="2"/>
              </a:rPr>
              <a:t> </a:t>
            </a:r>
            <a:r>
              <a:rPr lang="de-DE" dirty="0" err="1" smtClean="0">
                <a:sym typeface="Wingdings" panose="05000000000000000000" pitchFamily="2" charset="2"/>
              </a:rPr>
              <a:t>uniformity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proposal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 smtClean="0"/>
              <a:t>Pre-processing</a:t>
            </a:r>
            <a:endParaRPr lang="de-DE" dirty="0"/>
          </a:p>
        </p:txBody>
      </p:sp>
      <p:pic>
        <p:nvPicPr>
          <p:cNvPr id="8" name="Grafik 7"/>
          <p:cNvPicPr/>
          <p:nvPr/>
        </p:nvPicPr>
        <p:blipFill>
          <a:blip r:embed="rId3"/>
          <a:stretch>
            <a:fillRect/>
          </a:stretch>
        </p:blipFill>
        <p:spPr>
          <a:xfrm>
            <a:off x="6012160" y="1917564"/>
            <a:ext cx="2520280" cy="2563813"/>
          </a:xfrm>
          <a:prstGeom prst="rect">
            <a:avLst/>
          </a:prstGeom>
        </p:spPr>
      </p:pic>
      <p:pic>
        <p:nvPicPr>
          <p:cNvPr id="9" name="Grafik 8"/>
          <p:cNvPicPr/>
          <p:nvPr/>
        </p:nvPicPr>
        <p:blipFill>
          <a:blip r:embed="rId4"/>
          <a:stretch>
            <a:fillRect/>
          </a:stretch>
        </p:blipFill>
        <p:spPr>
          <a:xfrm>
            <a:off x="415529" y="1977985"/>
            <a:ext cx="4579620" cy="2611120"/>
          </a:xfrm>
          <a:prstGeom prst="rect">
            <a:avLst/>
          </a:prstGeom>
        </p:spPr>
      </p:pic>
      <p:sp>
        <p:nvSpPr>
          <p:cNvPr id="6" name="Textfeld 5"/>
          <p:cNvSpPr txBox="1"/>
          <p:nvPr/>
        </p:nvSpPr>
        <p:spPr bwMode="gray">
          <a:xfrm>
            <a:off x="611560" y="1772328"/>
            <a:ext cx="968876" cy="198323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(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NRDD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= 1.3)</a:t>
            </a:r>
          </a:p>
        </p:txBody>
      </p:sp>
    </p:spTree>
    <p:extLst>
      <p:ext uri="{BB962C8B-B14F-4D97-AF65-F5344CB8AC3E}">
        <p14:creationId xmlns:p14="http://schemas.microsoft.com/office/powerpoint/2010/main" val="2757603399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465750" lvl="1" indent="-285750">
              <a:buFontTx/>
              <a:buChar char="-"/>
            </a:pPr>
            <a:r>
              <a:rPr lang="de-DE" dirty="0" smtClean="0"/>
              <a:t>(</a:t>
            </a:r>
            <a:r>
              <a:rPr lang="de-DE" dirty="0" err="1" smtClean="0"/>
              <a:t>Streamlit</a:t>
            </a:r>
            <a:r>
              <a:rPr lang="de-DE" dirty="0" smtClean="0"/>
              <a:t>)</a:t>
            </a:r>
          </a:p>
          <a:p>
            <a:pPr marL="465750" lvl="1" indent="-285750">
              <a:buFontTx/>
              <a:buChar char="-"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proposal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49748853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465750" lvl="1" indent="-285750">
              <a:buFontTx/>
              <a:buChar char="-"/>
            </a:pPr>
            <a:endParaRPr lang="de-DE" dirty="0" smtClean="0"/>
          </a:p>
          <a:p>
            <a:pPr marL="465750" lvl="1" indent="-285750">
              <a:buFontTx/>
              <a:buChar char="-"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proposal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Next </a:t>
            </a:r>
            <a:r>
              <a:rPr lang="de-DE" dirty="0" err="1" smtClean="0"/>
              <a:t>steps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612769161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465750" lvl="1" indent="-285750">
              <a:buFontTx/>
              <a:buChar char="-"/>
            </a:pPr>
            <a:endParaRPr lang="de-DE" dirty="0" smtClean="0"/>
          </a:p>
          <a:p>
            <a:pPr marL="465750" lvl="1" indent="-285750">
              <a:buFontTx/>
              <a:buChar char="-"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proposal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68869745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465750" lvl="1" indent="-285750">
              <a:buFontTx/>
              <a:buChar char="-"/>
            </a:pPr>
            <a:endParaRPr lang="de-DE" dirty="0" smtClean="0"/>
          </a:p>
          <a:p>
            <a:pPr marL="465750" lvl="1" indent="-285750">
              <a:buFontTx/>
              <a:buChar char="-"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proposal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84307757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de-DE" dirty="0"/>
              <a:t>Tuning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sonotrode</a:t>
            </a:r>
            <a:r>
              <a:rPr lang="de-DE" dirty="0"/>
              <a:t> </a:t>
            </a:r>
            <a:r>
              <a:rPr lang="de-DE" dirty="0" err="1"/>
              <a:t>geometry</a:t>
            </a:r>
            <a:endParaRPr lang="de-DE" dirty="0"/>
          </a:p>
          <a:p>
            <a:endParaRPr lang="de-DE" dirty="0"/>
          </a:p>
          <a:p>
            <a:pPr marL="285750" indent="-285750">
              <a:buFontTx/>
              <a:buChar char="-"/>
            </a:pPr>
            <a:r>
              <a:rPr lang="de-DE" dirty="0"/>
              <a:t>The </a:t>
            </a:r>
            <a:r>
              <a:rPr lang="de-DE" dirty="0" err="1"/>
              <a:t>output</a:t>
            </a:r>
            <a:r>
              <a:rPr lang="de-DE" dirty="0"/>
              <a:t> </a:t>
            </a:r>
            <a:r>
              <a:rPr lang="de-DE" dirty="0" err="1"/>
              <a:t>surface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mostly</a:t>
            </a:r>
            <a:r>
              <a:rPr lang="de-DE" dirty="0"/>
              <a:t> </a:t>
            </a:r>
            <a:r>
              <a:rPr lang="de-DE" dirty="0" err="1"/>
              <a:t>defined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welding</a:t>
            </a:r>
            <a:r>
              <a:rPr lang="de-DE" dirty="0"/>
              <a:t> </a:t>
            </a:r>
            <a:r>
              <a:rPr lang="de-DE" dirty="0" err="1"/>
              <a:t>part</a:t>
            </a:r>
            <a:r>
              <a:rPr lang="de-DE" dirty="0"/>
              <a:t> </a:t>
            </a:r>
            <a:r>
              <a:rPr lang="de-DE" dirty="0" err="1"/>
              <a:t>and</a:t>
            </a:r>
            <a:r>
              <a:rPr lang="de-DE" dirty="0"/>
              <a:t> </a:t>
            </a:r>
            <a:r>
              <a:rPr lang="de-DE" dirty="0" err="1"/>
              <a:t>can</a:t>
            </a:r>
            <a:r>
              <a:rPr lang="de-DE" dirty="0"/>
              <a:t> not </a:t>
            </a:r>
            <a:r>
              <a:rPr lang="de-DE" dirty="0" err="1"/>
              <a:t>be</a:t>
            </a:r>
            <a:r>
              <a:rPr lang="de-DE" dirty="0"/>
              <a:t> </a:t>
            </a:r>
            <a:r>
              <a:rPr lang="de-DE" dirty="0" err="1"/>
              <a:t>changed</a:t>
            </a:r>
            <a:endParaRPr lang="de-DE" dirty="0"/>
          </a:p>
          <a:p>
            <a:pPr marL="285750" indent="-285750">
              <a:buFontTx/>
              <a:buChar char="-"/>
            </a:pPr>
            <a:r>
              <a:rPr lang="de-DE" dirty="0"/>
              <a:t>The </a:t>
            </a:r>
            <a:r>
              <a:rPr lang="de-DE" dirty="0" err="1"/>
              <a:t>rest</a:t>
            </a:r>
            <a:r>
              <a:rPr lang="de-DE" dirty="0"/>
              <a:t> </a:t>
            </a:r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be</a:t>
            </a:r>
            <a:r>
              <a:rPr lang="de-DE" dirty="0"/>
              <a:t> </a:t>
            </a:r>
            <a:r>
              <a:rPr lang="de-DE" dirty="0" err="1"/>
              <a:t>used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optimize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modal </a:t>
            </a:r>
            <a:r>
              <a:rPr lang="de-DE" dirty="0" err="1"/>
              <a:t>properties</a:t>
            </a:r>
            <a:r>
              <a:rPr lang="de-DE" dirty="0"/>
              <a:t> (</a:t>
            </a:r>
            <a:r>
              <a:rPr lang="de-DE" dirty="0" err="1"/>
              <a:t>tuning</a:t>
            </a:r>
            <a:r>
              <a:rPr lang="de-DE" dirty="0"/>
              <a:t>)</a:t>
            </a:r>
          </a:p>
          <a:p>
            <a:pPr marL="465750" lvl="1" indent="-285750">
              <a:buFontTx/>
              <a:buChar char="-"/>
            </a:pPr>
            <a:r>
              <a:rPr lang="de-DE" dirty="0" err="1"/>
              <a:t>Typically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length</a:t>
            </a:r>
            <a:r>
              <a:rPr lang="de-DE" dirty="0"/>
              <a:t> </a:t>
            </a:r>
            <a:r>
              <a:rPr lang="de-DE" dirty="0" err="1"/>
              <a:t>tunes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 smtClean="0"/>
              <a:t>frequency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r>
              <a:rPr lang="de-DE" dirty="0" smtClean="0"/>
              <a:t>Other </a:t>
            </a:r>
            <a:r>
              <a:rPr lang="de-DE" dirty="0" err="1" smtClean="0"/>
              <a:t>parameters</a:t>
            </a:r>
            <a:endParaRPr lang="de-DE" dirty="0" smtClean="0"/>
          </a:p>
          <a:p>
            <a:pPr marL="644525" lvl="2" indent="-285750">
              <a:buFontTx/>
              <a:buChar char="-"/>
            </a:pPr>
            <a:r>
              <a:rPr lang="de-DE" dirty="0" smtClean="0"/>
              <a:t>a (</a:t>
            </a:r>
            <a:r>
              <a:rPr lang="de-DE" dirty="0" err="1" smtClean="0"/>
              <a:t>slot</a:t>
            </a:r>
            <a:r>
              <a:rPr lang="de-DE" dirty="0" smtClean="0"/>
              <a:t> </a:t>
            </a:r>
            <a:r>
              <a:rPr lang="de-DE" dirty="0" err="1" smtClean="0"/>
              <a:t>position</a:t>
            </a:r>
            <a:r>
              <a:rPr lang="de-DE" dirty="0" smtClean="0"/>
              <a:t>)</a:t>
            </a:r>
          </a:p>
          <a:p>
            <a:pPr marL="644525" lvl="2" indent="-285750">
              <a:buFontTx/>
              <a:buChar char="-"/>
            </a:pPr>
            <a:r>
              <a:rPr lang="de-DE" dirty="0" smtClean="0"/>
              <a:t>b (</a:t>
            </a:r>
            <a:r>
              <a:rPr lang="de-DE" dirty="0" err="1" smtClean="0"/>
              <a:t>slot</a:t>
            </a:r>
            <a:r>
              <a:rPr lang="de-DE" dirty="0" smtClean="0"/>
              <a:t> </a:t>
            </a:r>
            <a:r>
              <a:rPr lang="de-DE" dirty="0" err="1" smtClean="0"/>
              <a:t>length</a:t>
            </a:r>
            <a:r>
              <a:rPr lang="de-DE" dirty="0" smtClean="0"/>
              <a:t>)</a:t>
            </a:r>
          </a:p>
          <a:p>
            <a:pPr marL="644525" lvl="2" indent="-285750">
              <a:buFontTx/>
              <a:buChar char="-"/>
            </a:pPr>
            <a:r>
              <a:rPr lang="de-DE" dirty="0" smtClean="0"/>
              <a:t>…</a:t>
            </a: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proposal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pic>
        <p:nvPicPr>
          <p:cNvPr id="6" name="Grafik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11960" y="2377014"/>
            <a:ext cx="3404263" cy="23949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7500346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Project</a:t>
            </a:r>
            <a:endParaRPr lang="de-DE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de-DE" dirty="0" smtClean="0"/>
              <a:t>03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2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1" name="Foliennummernplatzhalter 10"/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DB4A530B-3EE4-4998-A998-EBC0EA009526}" type="slidenum">
              <a:rPr lang="en-US" smtClean="0"/>
              <a:pPr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31109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de-DE" dirty="0" smtClean="0"/>
              <a:t>Goal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project</a:t>
            </a:r>
            <a:r>
              <a:rPr lang="de-DE" dirty="0" smtClean="0"/>
              <a:t>: Create a </a:t>
            </a:r>
            <a:r>
              <a:rPr lang="de-DE" dirty="0" err="1" smtClean="0"/>
              <a:t>model</a:t>
            </a:r>
            <a:r>
              <a:rPr lang="de-DE" dirty="0" smtClean="0"/>
              <a:t>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predict</a:t>
            </a:r>
            <a:r>
              <a:rPr lang="de-DE" dirty="0" smtClean="0"/>
              <a:t> FEM </a:t>
            </a:r>
            <a:r>
              <a:rPr lang="de-DE" dirty="0" err="1" smtClean="0"/>
              <a:t>results</a:t>
            </a:r>
            <a:endParaRPr lang="de-DE" dirty="0" smtClean="0"/>
          </a:p>
          <a:p>
            <a:endParaRPr lang="de-DE" dirty="0" smtClean="0"/>
          </a:p>
          <a:p>
            <a:pPr marL="285750" indent="-285750">
              <a:buFontTx/>
              <a:buChar char="-"/>
            </a:pPr>
            <a:r>
              <a:rPr lang="de-DE" dirty="0" smtClean="0"/>
              <a:t>Model </a:t>
            </a:r>
            <a:r>
              <a:rPr lang="de-DE" dirty="0" err="1" smtClean="0"/>
              <a:t>can</a:t>
            </a:r>
            <a:r>
              <a:rPr lang="de-DE" dirty="0" smtClean="0"/>
              <a:t> </a:t>
            </a:r>
            <a:r>
              <a:rPr lang="de-DE" dirty="0" err="1" smtClean="0"/>
              <a:t>be</a:t>
            </a:r>
            <a:r>
              <a:rPr lang="de-DE" dirty="0" smtClean="0"/>
              <a:t> </a:t>
            </a:r>
            <a:r>
              <a:rPr lang="de-DE" dirty="0" err="1" smtClean="0"/>
              <a:t>trained</a:t>
            </a:r>
            <a:r>
              <a:rPr lang="de-DE" dirty="0" smtClean="0"/>
              <a:t> </a:t>
            </a:r>
            <a:r>
              <a:rPr lang="de-DE" dirty="0" err="1" smtClean="0"/>
              <a:t>with</a:t>
            </a:r>
            <a:r>
              <a:rPr lang="de-DE" dirty="0" smtClean="0"/>
              <a:t> FEM </a:t>
            </a:r>
            <a:r>
              <a:rPr lang="de-DE" dirty="0" err="1" smtClean="0"/>
              <a:t>calculations</a:t>
            </a:r>
            <a:endParaRPr lang="de-DE" dirty="0" smtClean="0"/>
          </a:p>
          <a:p>
            <a:pPr marL="285750" indent="-285750">
              <a:buFontTx/>
              <a:buChar char="-"/>
            </a:pPr>
            <a:r>
              <a:rPr lang="de-DE" dirty="0" smtClean="0"/>
              <a:t>Design </a:t>
            </a:r>
            <a:r>
              <a:rPr lang="de-DE" dirty="0" err="1" smtClean="0"/>
              <a:t>point</a:t>
            </a:r>
            <a:r>
              <a:rPr lang="de-DE" dirty="0" smtClean="0"/>
              <a:t> </a:t>
            </a:r>
            <a:r>
              <a:rPr lang="de-DE" dirty="0" err="1" smtClean="0"/>
              <a:t>can</a:t>
            </a:r>
            <a:r>
              <a:rPr lang="de-DE" dirty="0" smtClean="0"/>
              <a:t> </a:t>
            </a:r>
            <a:r>
              <a:rPr lang="de-DE" dirty="0" err="1" smtClean="0"/>
              <a:t>be</a:t>
            </a:r>
            <a:r>
              <a:rPr lang="de-DE" dirty="0" smtClean="0"/>
              <a:t> </a:t>
            </a:r>
            <a:r>
              <a:rPr lang="de-DE" dirty="0" err="1" smtClean="0"/>
              <a:t>chosen</a:t>
            </a:r>
            <a:r>
              <a:rPr lang="de-DE" dirty="0" smtClean="0"/>
              <a:t> </a:t>
            </a:r>
            <a:r>
              <a:rPr lang="de-DE" dirty="0" err="1" smtClean="0"/>
              <a:t>by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model</a:t>
            </a:r>
            <a:endParaRPr lang="de-DE" dirty="0"/>
          </a:p>
          <a:p>
            <a:pPr marL="285750" indent="-285750">
              <a:buFontTx/>
              <a:buChar char="-"/>
            </a:pPr>
            <a:r>
              <a:rPr lang="de-DE" dirty="0" err="1" smtClean="0"/>
              <a:t>One</a:t>
            </a:r>
            <a:r>
              <a:rPr lang="de-DE" dirty="0" smtClean="0"/>
              <a:t> design </a:t>
            </a:r>
            <a:r>
              <a:rPr lang="de-DE" dirty="0" err="1" smtClean="0"/>
              <a:t>point</a:t>
            </a:r>
            <a:r>
              <a:rPr lang="de-DE" dirty="0" smtClean="0"/>
              <a:t> ~ 1 </a:t>
            </a:r>
            <a:r>
              <a:rPr lang="de-DE" dirty="0" err="1" smtClean="0"/>
              <a:t>minute</a:t>
            </a:r>
            <a:endParaRPr lang="de-DE" dirty="0" smtClean="0"/>
          </a:p>
          <a:p>
            <a:pPr marL="285750" indent="-285750">
              <a:buFontTx/>
              <a:buChar char="-"/>
            </a:pPr>
            <a:endParaRPr lang="de-DE" dirty="0"/>
          </a:p>
          <a:p>
            <a:pPr marL="285750" indent="-285750">
              <a:buFontTx/>
              <a:buChar char="-"/>
            </a:pPr>
            <a:r>
              <a:rPr lang="de-DE" dirty="0" err="1" smtClean="0"/>
              <a:t>Predict</a:t>
            </a:r>
            <a:r>
              <a:rPr lang="de-DE" dirty="0" smtClean="0"/>
              <a:t> FEM </a:t>
            </a:r>
            <a:r>
              <a:rPr lang="de-DE" dirty="0" err="1" smtClean="0"/>
              <a:t>results</a:t>
            </a:r>
            <a:r>
              <a:rPr lang="de-DE" dirty="0" smtClean="0"/>
              <a:t> </a:t>
            </a:r>
            <a:r>
              <a:rPr lang="de-DE" dirty="0" err="1" smtClean="0"/>
              <a:t>with</a:t>
            </a:r>
            <a:r>
              <a:rPr lang="de-DE" dirty="0" smtClean="0"/>
              <a:t> </a:t>
            </a:r>
            <a:r>
              <a:rPr lang="de-DE" dirty="0" err="1" smtClean="0"/>
              <a:t>calculation</a:t>
            </a:r>
            <a:endParaRPr lang="de-DE" dirty="0" smtClean="0"/>
          </a:p>
          <a:p>
            <a:pPr marL="285750" indent="-285750">
              <a:buFontTx/>
              <a:buChar char="-"/>
            </a:pPr>
            <a:endParaRPr lang="de-DE" dirty="0"/>
          </a:p>
          <a:p>
            <a:pPr marL="285750" indent="-285750">
              <a:buFontTx/>
              <a:buChar char="-"/>
            </a:pPr>
            <a:r>
              <a:rPr lang="de-DE" dirty="0" smtClean="0"/>
              <a:t>Combine </a:t>
            </a:r>
            <a:r>
              <a:rPr lang="de-DE" dirty="0" err="1" smtClean="0"/>
              <a:t>prediction</a:t>
            </a:r>
            <a:r>
              <a:rPr lang="de-DE" dirty="0" smtClean="0"/>
              <a:t> </a:t>
            </a:r>
            <a:r>
              <a:rPr lang="de-DE" dirty="0" err="1" smtClean="0"/>
              <a:t>with</a:t>
            </a:r>
            <a:r>
              <a:rPr lang="de-DE" dirty="0" smtClean="0"/>
              <a:t> </a:t>
            </a:r>
            <a:r>
              <a:rPr lang="de-DE" dirty="0" err="1" smtClean="0"/>
              <a:t>optimization</a:t>
            </a:r>
            <a:r>
              <a:rPr lang="de-DE" dirty="0" smtClean="0"/>
              <a:t> (</a:t>
            </a:r>
            <a:r>
              <a:rPr lang="de-DE" i="1" dirty="0" smtClean="0"/>
              <a:t>optional </a:t>
            </a:r>
            <a:r>
              <a:rPr lang="de-DE" i="1" dirty="0" err="1" smtClean="0"/>
              <a:t>goal</a:t>
            </a:r>
            <a:r>
              <a:rPr lang="de-DE" dirty="0" smtClean="0"/>
              <a:t>)</a:t>
            </a:r>
          </a:p>
          <a:p>
            <a:pPr marL="465750" lvl="1" indent="-285750">
              <a:buFontTx/>
              <a:buChar char="-"/>
            </a:pPr>
            <a:endParaRPr lang="de-DE" dirty="0" smtClean="0"/>
          </a:p>
          <a:p>
            <a:pPr marL="465750" lvl="1" indent="-285750">
              <a:buFontTx/>
              <a:buChar char="-"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proposal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89279946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de-DE" dirty="0"/>
              <a:t>Post-</a:t>
            </a:r>
            <a:r>
              <a:rPr lang="de-DE" dirty="0" err="1"/>
              <a:t>processing</a:t>
            </a:r>
            <a:r>
              <a:rPr lang="de-DE" dirty="0"/>
              <a:t> </a:t>
            </a:r>
            <a:r>
              <a:rPr lang="de-DE" dirty="0" err="1"/>
              <a:t>script</a:t>
            </a:r>
            <a:r>
              <a:rPr lang="de-DE" dirty="0"/>
              <a:t> in ANSYS:</a:t>
            </a:r>
          </a:p>
          <a:p>
            <a:endParaRPr lang="de-DE" dirty="0" smtClean="0"/>
          </a:p>
          <a:p>
            <a:pPr marL="285750" indent="-285750">
              <a:buFontTx/>
              <a:buChar char="-"/>
            </a:pPr>
            <a:r>
              <a:rPr lang="de-DE" dirty="0" err="1" smtClean="0"/>
              <a:t>Identifies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longitudinal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and</a:t>
            </a:r>
            <a:r>
              <a:rPr lang="de-DE" dirty="0" smtClean="0"/>
              <a:t> </a:t>
            </a:r>
            <a:r>
              <a:rPr lang="de-DE" dirty="0" err="1" smtClean="0"/>
              <a:t>its</a:t>
            </a:r>
            <a:r>
              <a:rPr lang="de-DE" dirty="0" smtClean="0"/>
              <a:t> </a:t>
            </a:r>
            <a:r>
              <a:rPr lang="de-DE" dirty="0" err="1" smtClean="0"/>
              <a:t>frequency</a:t>
            </a:r>
            <a:r>
              <a:rPr lang="de-DE" dirty="0" smtClean="0"/>
              <a:t> (Global </a:t>
            </a:r>
            <a:r>
              <a:rPr lang="de-DE" dirty="0" err="1" smtClean="0"/>
              <a:t>file</a:t>
            </a:r>
            <a:r>
              <a:rPr lang="de-DE" dirty="0" smtClean="0"/>
              <a:t> </a:t>
            </a:r>
            <a:r>
              <a:rPr lang="de-DE" dirty="0" err="1" smtClean="0"/>
              <a:t>for</a:t>
            </a:r>
            <a:r>
              <a:rPr lang="de-DE" dirty="0" smtClean="0"/>
              <a:t> </a:t>
            </a:r>
            <a:r>
              <a:rPr lang="de-DE" b="1" dirty="0" smtClean="0"/>
              <a:t>all</a:t>
            </a:r>
            <a:r>
              <a:rPr lang="de-DE" dirty="0" smtClean="0"/>
              <a:t> design </a:t>
            </a:r>
            <a:r>
              <a:rPr lang="de-DE" dirty="0" err="1" smtClean="0"/>
              <a:t>points</a:t>
            </a:r>
            <a:r>
              <a:rPr lang="de-DE" dirty="0" smtClean="0"/>
              <a:t>)</a:t>
            </a:r>
          </a:p>
          <a:p>
            <a:endParaRPr lang="de-DE" dirty="0" smtClean="0"/>
          </a:p>
          <a:p>
            <a:pPr marL="285750" indent="-285750">
              <a:buFontTx/>
              <a:buChar char="-"/>
            </a:pPr>
            <a:r>
              <a:rPr lang="de-DE" dirty="0" smtClean="0"/>
              <a:t>Exports </a:t>
            </a:r>
            <a:r>
              <a:rPr lang="de-DE" dirty="0" err="1" smtClean="0"/>
              <a:t>result</a:t>
            </a:r>
            <a:r>
              <a:rPr lang="de-DE" dirty="0" smtClean="0"/>
              <a:t> </a:t>
            </a:r>
            <a:r>
              <a:rPr lang="de-DE" dirty="0" err="1" smtClean="0"/>
              <a:t>data</a:t>
            </a:r>
            <a:r>
              <a:rPr lang="de-DE" dirty="0" smtClean="0"/>
              <a:t> (</a:t>
            </a:r>
            <a:r>
              <a:rPr lang="de-DE" dirty="0" err="1" smtClean="0"/>
              <a:t>One</a:t>
            </a:r>
            <a:r>
              <a:rPr lang="de-DE" dirty="0" smtClean="0"/>
              <a:t> </a:t>
            </a:r>
            <a:r>
              <a:rPr lang="de-DE" dirty="0" err="1" smtClean="0"/>
              <a:t>file</a:t>
            </a:r>
            <a:r>
              <a:rPr lang="de-DE" dirty="0" smtClean="0"/>
              <a:t> </a:t>
            </a:r>
            <a:r>
              <a:rPr lang="de-DE" dirty="0" err="1" smtClean="0"/>
              <a:t>for</a:t>
            </a:r>
            <a:r>
              <a:rPr lang="de-DE" dirty="0" smtClean="0"/>
              <a:t> </a:t>
            </a:r>
            <a:r>
              <a:rPr lang="de-DE" b="1" dirty="0" err="1" smtClean="0"/>
              <a:t>each</a:t>
            </a:r>
            <a:r>
              <a:rPr lang="de-DE" dirty="0" smtClean="0"/>
              <a:t> design </a:t>
            </a:r>
            <a:r>
              <a:rPr lang="de-DE" dirty="0" err="1" smtClean="0"/>
              <a:t>point</a:t>
            </a:r>
            <a:r>
              <a:rPr lang="de-DE" dirty="0" smtClean="0"/>
              <a:t>):</a:t>
            </a:r>
          </a:p>
          <a:p>
            <a:pPr marL="465750" lvl="1" indent="-285750">
              <a:buFontTx/>
              <a:buChar char="-"/>
            </a:pPr>
            <a:r>
              <a:rPr lang="de-DE" dirty="0" smtClean="0"/>
              <a:t>List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modes</a:t>
            </a:r>
            <a:r>
              <a:rPr lang="de-DE" dirty="0" smtClean="0"/>
              <a:t> </a:t>
            </a:r>
            <a:r>
              <a:rPr lang="de-DE" dirty="0" err="1" smtClean="0"/>
              <a:t>and</a:t>
            </a:r>
            <a:r>
              <a:rPr lang="de-DE" dirty="0" smtClean="0"/>
              <a:t> </a:t>
            </a:r>
            <a:r>
              <a:rPr lang="de-DE" dirty="0" err="1" smtClean="0"/>
              <a:t>frequencies</a:t>
            </a:r>
            <a:endParaRPr lang="de-DE" dirty="0"/>
          </a:p>
          <a:p>
            <a:pPr marL="465750" lvl="1" indent="-285750">
              <a:buFontTx/>
              <a:buChar char="-"/>
            </a:pPr>
            <a:r>
              <a:rPr lang="de-DE" dirty="0" smtClean="0"/>
              <a:t>List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node</a:t>
            </a:r>
            <a:r>
              <a:rPr lang="de-DE" dirty="0" smtClean="0"/>
              <a:t> </a:t>
            </a:r>
            <a:r>
              <a:rPr lang="de-DE" dirty="0" err="1" smtClean="0"/>
              <a:t>coordinates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welding</a:t>
            </a:r>
            <a:r>
              <a:rPr lang="de-DE" dirty="0" smtClean="0"/>
              <a:t> </a:t>
            </a:r>
            <a:r>
              <a:rPr lang="de-DE" dirty="0" err="1" smtClean="0"/>
              <a:t>surface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r>
              <a:rPr lang="de-DE" dirty="0" smtClean="0"/>
              <a:t>List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node</a:t>
            </a:r>
            <a:r>
              <a:rPr lang="de-DE" dirty="0" smtClean="0"/>
              <a:t> </a:t>
            </a:r>
            <a:r>
              <a:rPr lang="de-DE" dirty="0" err="1" smtClean="0"/>
              <a:t>displacements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welding</a:t>
            </a:r>
            <a:r>
              <a:rPr lang="de-DE" dirty="0" smtClean="0"/>
              <a:t> </a:t>
            </a:r>
            <a:r>
              <a:rPr lang="de-DE" dirty="0" err="1" smtClean="0"/>
              <a:t>surface</a:t>
            </a:r>
            <a:endParaRPr lang="de-DE" dirty="0" smtClean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proposal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pic>
        <p:nvPicPr>
          <p:cNvPr id="8" name="Grafik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2040" y="1851670"/>
            <a:ext cx="4065843" cy="792582"/>
          </a:xfrm>
          <a:prstGeom prst="rect">
            <a:avLst/>
          </a:prstGeom>
        </p:spPr>
      </p:pic>
      <p:pic>
        <p:nvPicPr>
          <p:cNvPr id="9" name="Grafik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1862" y="3054442"/>
            <a:ext cx="3838748" cy="1139744"/>
          </a:xfrm>
          <a:prstGeom prst="rect">
            <a:avLst/>
          </a:prstGeom>
        </p:spPr>
      </p:pic>
      <p:pic>
        <p:nvPicPr>
          <p:cNvPr id="10" name="Grafik 9"/>
          <p:cNvPicPr>
            <a:picLocks noChangeAspect="1"/>
          </p:cNvPicPr>
          <p:nvPr/>
        </p:nvPicPr>
        <p:blipFill rotWithShape="1">
          <a:blip r:embed="rId5"/>
          <a:srcRect b="37695"/>
          <a:stretch/>
        </p:blipFill>
        <p:spPr>
          <a:xfrm>
            <a:off x="5292080" y="3450643"/>
            <a:ext cx="2817291" cy="955739"/>
          </a:xfrm>
          <a:prstGeom prst="rect">
            <a:avLst/>
          </a:prstGeom>
        </p:spPr>
      </p:pic>
      <p:pic>
        <p:nvPicPr>
          <p:cNvPr id="11" name="Grafik 10"/>
          <p:cNvPicPr>
            <a:picLocks noChangeAspect="1"/>
          </p:cNvPicPr>
          <p:nvPr/>
        </p:nvPicPr>
        <p:blipFill rotWithShape="1">
          <a:blip r:embed="rId6"/>
          <a:srcRect r="31833"/>
          <a:stretch/>
        </p:blipFill>
        <p:spPr>
          <a:xfrm>
            <a:off x="5724128" y="3911129"/>
            <a:ext cx="3024336" cy="8344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842477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de-DE" dirty="0" err="1" smtClean="0"/>
              <a:t>Example</a:t>
            </a:r>
            <a:r>
              <a:rPr lang="de-DE" dirty="0" smtClean="0"/>
              <a:t>: Impact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slots</a:t>
            </a:r>
            <a:r>
              <a:rPr lang="de-DE" dirty="0" smtClean="0"/>
              <a:t> on modal </a:t>
            </a:r>
            <a:r>
              <a:rPr lang="de-DE" dirty="0" err="1" smtClean="0"/>
              <a:t>frequencies</a:t>
            </a:r>
            <a:endParaRPr lang="de-DE" dirty="0" smtClean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proposal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pic>
        <p:nvPicPr>
          <p:cNvPr id="6" name="Grafik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55776" y="1657180"/>
            <a:ext cx="2796351" cy="2450526"/>
          </a:xfrm>
          <a:prstGeom prst="rect">
            <a:avLst/>
          </a:prstGeom>
        </p:spPr>
      </p:pic>
      <p:pic>
        <p:nvPicPr>
          <p:cNvPr id="9" name="Grafik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06054" y="1635646"/>
            <a:ext cx="2804734" cy="2457872"/>
          </a:xfrm>
          <a:prstGeom prst="rect">
            <a:avLst/>
          </a:prstGeom>
        </p:spPr>
      </p:pic>
      <p:sp>
        <p:nvSpPr>
          <p:cNvPr id="10" name="Textfeld 9"/>
          <p:cNvSpPr txBox="1"/>
          <p:nvPr/>
        </p:nvSpPr>
        <p:spPr bwMode="gray">
          <a:xfrm>
            <a:off x="3491880" y="4312376"/>
            <a:ext cx="1800200" cy="216024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a: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slot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position</a:t>
            </a:r>
            <a:endParaRPr lang="de-DE" sz="1400" dirty="0" smtClean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11" name="Textfeld 10"/>
          <p:cNvSpPr txBox="1"/>
          <p:nvPr/>
        </p:nvSpPr>
        <p:spPr bwMode="gray">
          <a:xfrm>
            <a:off x="6774802" y="4310562"/>
            <a:ext cx="1800200" cy="216024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400" dirty="0">
                <a:latin typeface="+mn-lt"/>
              </a:rPr>
              <a:t>b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: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slot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length</a:t>
            </a:r>
            <a:endParaRPr lang="de-DE" sz="1400" dirty="0" smtClean="0">
              <a:solidFill>
                <a:schemeClr val="tx1"/>
              </a:solidFill>
              <a:latin typeface="+mn-lt"/>
            </a:endParaRPr>
          </a:p>
        </p:txBody>
      </p:sp>
      <p:pic>
        <p:nvPicPr>
          <p:cNvPr id="12" name="Grafik 11"/>
          <p:cNvPicPr>
            <a:picLocks noChangeAspect="1"/>
          </p:cNvPicPr>
          <p:nvPr/>
        </p:nvPicPr>
        <p:blipFill rotWithShape="1">
          <a:blip r:embed="rId5"/>
          <a:srcRect l="21852" t="2977" r="4115" b="3816"/>
          <a:stretch/>
        </p:blipFill>
        <p:spPr>
          <a:xfrm>
            <a:off x="179512" y="1923678"/>
            <a:ext cx="2210147" cy="19575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4746634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4A530B-3EE4-4998-A998-EBC0EA009526}" type="slidenum">
              <a:rPr lang="en-US" smtClean="0"/>
              <a:pPr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33902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06133C-6716-453B-AA54-8455677CE4FF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2" name="Themenbereich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8" name="Agenda"/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de-DE" dirty="0" smtClean="0"/>
              <a:t>Agenda</a:t>
            </a:r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  <p:grpSp>
        <p:nvGrpSpPr>
          <p:cNvPr id="111" name="Thema 10"/>
          <p:cNvGrpSpPr/>
          <p:nvPr/>
        </p:nvGrpSpPr>
        <p:grpSpPr>
          <a:xfrm>
            <a:off x="434978" y="4383470"/>
            <a:ext cx="8278195" cy="252000"/>
            <a:chOff x="434978" y="4383470"/>
            <a:chExt cx="8278195" cy="252000"/>
          </a:xfrm>
        </p:grpSpPr>
        <p:sp>
          <p:nvSpPr>
            <p:cNvPr id="99" name="Thema 10"/>
            <p:cNvSpPr txBox="1">
              <a:spLocks/>
            </p:cNvSpPr>
            <p:nvPr/>
          </p:nvSpPr>
          <p:spPr bwMode="gray">
            <a:xfrm>
              <a:off x="758754" y="4383470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smtClean="0">
                  <a:latin typeface="Arial Narrow" pitchFamily="34" charset="0"/>
                  <a:cs typeface="Arial" pitchFamily="34" charset="0"/>
                </a:rPr>
                <a:t>Thema 10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100" name="10"/>
            <p:cNvSpPr txBox="1">
              <a:spLocks/>
            </p:cNvSpPr>
            <p:nvPr/>
          </p:nvSpPr>
          <p:spPr bwMode="gray">
            <a:xfrm>
              <a:off x="434978" y="4383470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10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grpSp>
        <p:nvGrpSpPr>
          <p:cNvPr id="110" name="Thema 09"/>
          <p:cNvGrpSpPr/>
          <p:nvPr/>
        </p:nvGrpSpPr>
        <p:grpSpPr>
          <a:xfrm>
            <a:off x="434978" y="3994987"/>
            <a:ext cx="8278195" cy="252000"/>
            <a:chOff x="434978" y="3994987"/>
            <a:chExt cx="8278195" cy="252000"/>
          </a:xfrm>
        </p:grpSpPr>
        <p:sp>
          <p:nvSpPr>
            <p:cNvPr id="95" name="Thema 09"/>
            <p:cNvSpPr txBox="1">
              <a:spLocks/>
            </p:cNvSpPr>
            <p:nvPr/>
          </p:nvSpPr>
          <p:spPr bwMode="gray">
            <a:xfrm>
              <a:off x="758754" y="3994987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smtClean="0">
                  <a:latin typeface="Arial Narrow" pitchFamily="34" charset="0"/>
                  <a:cs typeface="Arial" pitchFamily="34" charset="0"/>
                </a:rPr>
                <a:t>Thema 09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96" name="09"/>
            <p:cNvSpPr txBox="1">
              <a:spLocks/>
            </p:cNvSpPr>
            <p:nvPr/>
          </p:nvSpPr>
          <p:spPr bwMode="gray">
            <a:xfrm>
              <a:off x="434978" y="3994987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09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grpSp>
        <p:nvGrpSpPr>
          <p:cNvPr id="109" name="Thema 08"/>
          <p:cNvGrpSpPr/>
          <p:nvPr/>
        </p:nvGrpSpPr>
        <p:grpSpPr>
          <a:xfrm>
            <a:off x="434978" y="3606504"/>
            <a:ext cx="8278195" cy="252000"/>
            <a:chOff x="434978" y="3606504"/>
            <a:chExt cx="8278195" cy="252000"/>
          </a:xfrm>
        </p:grpSpPr>
        <p:sp>
          <p:nvSpPr>
            <p:cNvPr id="93" name="Thema 08"/>
            <p:cNvSpPr txBox="1">
              <a:spLocks/>
            </p:cNvSpPr>
            <p:nvPr/>
          </p:nvSpPr>
          <p:spPr bwMode="gray">
            <a:xfrm>
              <a:off x="758754" y="3606504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smtClean="0">
                  <a:latin typeface="Arial Narrow" pitchFamily="34" charset="0"/>
                  <a:cs typeface="Arial" pitchFamily="34" charset="0"/>
                </a:rPr>
                <a:t>Thema 08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94" name="08"/>
            <p:cNvSpPr txBox="1">
              <a:spLocks/>
            </p:cNvSpPr>
            <p:nvPr/>
          </p:nvSpPr>
          <p:spPr bwMode="gray">
            <a:xfrm>
              <a:off x="434978" y="3606504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08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grpSp>
        <p:nvGrpSpPr>
          <p:cNvPr id="108" name="Thema 07"/>
          <p:cNvGrpSpPr/>
          <p:nvPr/>
        </p:nvGrpSpPr>
        <p:grpSpPr>
          <a:xfrm>
            <a:off x="434978" y="3196249"/>
            <a:ext cx="8278195" cy="252000"/>
            <a:chOff x="434978" y="3196249"/>
            <a:chExt cx="8278195" cy="252000"/>
          </a:xfrm>
        </p:grpSpPr>
        <p:sp>
          <p:nvSpPr>
            <p:cNvPr id="91" name="Thema 07"/>
            <p:cNvSpPr txBox="1">
              <a:spLocks/>
            </p:cNvSpPr>
            <p:nvPr/>
          </p:nvSpPr>
          <p:spPr bwMode="gray">
            <a:xfrm>
              <a:off x="758754" y="3196249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smtClean="0">
                  <a:latin typeface="Arial Narrow" pitchFamily="34" charset="0"/>
                  <a:cs typeface="Arial" pitchFamily="34" charset="0"/>
                </a:rPr>
                <a:t>Thema 07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92" name="07"/>
            <p:cNvSpPr txBox="1">
              <a:spLocks/>
            </p:cNvSpPr>
            <p:nvPr/>
          </p:nvSpPr>
          <p:spPr bwMode="gray">
            <a:xfrm>
              <a:off x="434978" y="3196249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07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grpSp>
        <p:nvGrpSpPr>
          <p:cNvPr id="107" name="Thema 06"/>
          <p:cNvGrpSpPr/>
          <p:nvPr/>
        </p:nvGrpSpPr>
        <p:grpSpPr>
          <a:xfrm>
            <a:off x="434978" y="2807766"/>
            <a:ext cx="8278195" cy="252000"/>
            <a:chOff x="434978" y="2807766"/>
            <a:chExt cx="8278195" cy="252000"/>
          </a:xfrm>
        </p:grpSpPr>
        <p:sp>
          <p:nvSpPr>
            <p:cNvPr id="89" name="Thema 06"/>
            <p:cNvSpPr txBox="1">
              <a:spLocks/>
            </p:cNvSpPr>
            <p:nvPr/>
          </p:nvSpPr>
          <p:spPr bwMode="gray">
            <a:xfrm>
              <a:off x="758754" y="2807766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smtClean="0">
                  <a:latin typeface="Arial Narrow" pitchFamily="34" charset="0"/>
                  <a:cs typeface="Arial" pitchFamily="34" charset="0"/>
                </a:rPr>
                <a:t>Thema 06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90" name="06"/>
            <p:cNvSpPr txBox="1">
              <a:spLocks/>
            </p:cNvSpPr>
            <p:nvPr/>
          </p:nvSpPr>
          <p:spPr bwMode="gray">
            <a:xfrm>
              <a:off x="434978" y="2807766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06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grpSp>
        <p:nvGrpSpPr>
          <p:cNvPr id="106" name="Thema 05"/>
          <p:cNvGrpSpPr/>
          <p:nvPr/>
        </p:nvGrpSpPr>
        <p:grpSpPr>
          <a:xfrm>
            <a:off x="434978" y="2419283"/>
            <a:ext cx="8278195" cy="252000"/>
            <a:chOff x="434978" y="2419283"/>
            <a:chExt cx="8278195" cy="252000"/>
          </a:xfrm>
        </p:grpSpPr>
        <p:sp>
          <p:nvSpPr>
            <p:cNvPr id="87" name="Thema 05"/>
            <p:cNvSpPr txBox="1">
              <a:spLocks/>
            </p:cNvSpPr>
            <p:nvPr/>
          </p:nvSpPr>
          <p:spPr bwMode="gray">
            <a:xfrm>
              <a:off x="758754" y="2419283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smtClean="0">
                  <a:latin typeface="Arial Narrow" pitchFamily="34" charset="0"/>
                  <a:cs typeface="Arial" pitchFamily="34" charset="0"/>
                </a:rPr>
                <a:t>Thema 05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88" name="05"/>
            <p:cNvSpPr txBox="1">
              <a:spLocks/>
            </p:cNvSpPr>
            <p:nvPr/>
          </p:nvSpPr>
          <p:spPr bwMode="gray">
            <a:xfrm>
              <a:off x="434978" y="2419283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05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grpSp>
        <p:nvGrpSpPr>
          <p:cNvPr id="104" name="Thema 04"/>
          <p:cNvGrpSpPr/>
          <p:nvPr/>
        </p:nvGrpSpPr>
        <p:grpSpPr>
          <a:xfrm>
            <a:off x="434978" y="2030800"/>
            <a:ext cx="8278195" cy="252000"/>
            <a:chOff x="434978" y="2030800"/>
            <a:chExt cx="8278195" cy="252000"/>
          </a:xfrm>
        </p:grpSpPr>
        <p:sp>
          <p:nvSpPr>
            <p:cNvPr id="85" name="Thema 04"/>
            <p:cNvSpPr txBox="1">
              <a:spLocks/>
            </p:cNvSpPr>
            <p:nvPr/>
          </p:nvSpPr>
          <p:spPr bwMode="gray">
            <a:xfrm>
              <a:off x="758754" y="2030800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smtClean="0">
                  <a:latin typeface="Arial Narrow" pitchFamily="34" charset="0"/>
                  <a:cs typeface="Arial" pitchFamily="34" charset="0"/>
                </a:rPr>
                <a:t>Thema 04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86" name="04"/>
            <p:cNvSpPr txBox="1">
              <a:spLocks/>
            </p:cNvSpPr>
            <p:nvPr/>
          </p:nvSpPr>
          <p:spPr bwMode="gray">
            <a:xfrm>
              <a:off x="434978" y="2030800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04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grpSp>
        <p:nvGrpSpPr>
          <p:cNvPr id="103" name="Thema 03"/>
          <p:cNvGrpSpPr/>
          <p:nvPr/>
        </p:nvGrpSpPr>
        <p:grpSpPr>
          <a:xfrm>
            <a:off x="434978" y="1642317"/>
            <a:ext cx="8278195" cy="252000"/>
            <a:chOff x="434978" y="1642317"/>
            <a:chExt cx="8278195" cy="252000"/>
          </a:xfrm>
        </p:grpSpPr>
        <p:sp>
          <p:nvSpPr>
            <p:cNvPr id="83" name="Thema 03"/>
            <p:cNvSpPr txBox="1">
              <a:spLocks/>
            </p:cNvSpPr>
            <p:nvPr/>
          </p:nvSpPr>
          <p:spPr bwMode="gray">
            <a:xfrm>
              <a:off x="758754" y="1642317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smtClean="0">
                  <a:latin typeface="Arial Narrow" pitchFamily="34" charset="0"/>
                  <a:cs typeface="Arial" pitchFamily="34" charset="0"/>
                </a:rPr>
                <a:t>Thema 03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84" name="03"/>
            <p:cNvSpPr txBox="1">
              <a:spLocks/>
            </p:cNvSpPr>
            <p:nvPr/>
          </p:nvSpPr>
          <p:spPr bwMode="gray">
            <a:xfrm>
              <a:off x="434978" y="1642317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03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grpSp>
        <p:nvGrpSpPr>
          <p:cNvPr id="102" name="Thema 02"/>
          <p:cNvGrpSpPr/>
          <p:nvPr/>
        </p:nvGrpSpPr>
        <p:grpSpPr>
          <a:xfrm>
            <a:off x="434978" y="1253834"/>
            <a:ext cx="8278195" cy="252000"/>
            <a:chOff x="434978" y="1253834"/>
            <a:chExt cx="8278195" cy="252000"/>
          </a:xfrm>
        </p:grpSpPr>
        <p:sp>
          <p:nvSpPr>
            <p:cNvPr id="81" name="Thema 02"/>
            <p:cNvSpPr txBox="1">
              <a:spLocks/>
            </p:cNvSpPr>
            <p:nvPr/>
          </p:nvSpPr>
          <p:spPr bwMode="gray">
            <a:xfrm>
              <a:off x="758754" y="1253834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smtClean="0">
                  <a:latin typeface="Arial Narrow" pitchFamily="34" charset="0"/>
                  <a:cs typeface="Arial" pitchFamily="34" charset="0"/>
                </a:rPr>
                <a:t>Thema 02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82" name="02"/>
            <p:cNvSpPr txBox="1">
              <a:spLocks/>
            </p:cNvSpPr>
            <p:nvPr/>
          </p:nvSpPr>
          <p:spPr bwMode="gray">
            <a:xfrm>
              <a:off x="434978" y="1253834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02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grpSp>
        <p:nvGrpSpPr>
          <p:cNvPr id="101" name="Thema 01"/>
          <p:cNvGrpSpPr/>
          <p:nvPr/>
        </p:nvGrpSpPr>
        <p:grpSpPr>
          <a:xfrm>
            <a:off x="434978" y="868957"/>
            <a:ext cx="8278195" cy="252000"/>
            <a:chOff x="434978" y="868957"/>
            <a:chExt cx="8278195" cy="252000"/>
          </a:xfrm>
        </p:grpSpPr>
        <p:sp>
          <p:nvSpPr>
            <p:cNvPr id="27" name="Thema 01"/>
            <p:cNvSpPr txBox="1">
              <a:spLocks/>
            </p:cNvSpPr>
            <p:nvPr/>
          </p:nvSpPr>
          <p:spPr bwMode="gray">
            <a:xfrm>
              <a:off x="758754" y="868957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smtClean="0">
                  <a:latin typeface="Arial Narrow" pitchFamily="34" charset="0"/>
                  <a:cs typeface="Arial" pitchFamily="34" charset="0"/>
                </a:rPr>
                <a:t>Thema 01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6" name="01"/>
            <p:cNvSpPr txBox="1">
              <a:spLocks/>
            </p:cNvSpPr>
            <p:nvPr/>
          </p:nvSpPr>
          <p:spPr bwMode="gray">
            <a:xfrm>
              <a:off x="434978" y="868957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01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pic>
        <p:nvPicPr>
          <p:cNvPr id="35" name="Grafik 3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90376" y="2030800"/>
            <a:ext cx="740470" cy="709292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  <a:softEdge rad="12700"/>
          </a:effectLst>
        </p:spPr>
      </p:pic>
      <p:sp>
        <p:nvSpPr>
          <p:cNvPr id="36" name="Rechteck 35"/>
          <p:cNvSpPr/>
          <p:nvPr/>
        </p:nvSpPr>
        <p:spPr>
          <a:xfrm>
            <a:off x="9490376" y="291954"/>
            <a:ext cx="4111234" cy="1600438"/>
          </a:xfrm>
          <a:prstGeom prst="rect">
            <a:avLst/>
          </a:prstGeom>
          <a:solidFill>
            <a:schemeClr val="bg1"/>
          </a:solidFill>
        </p:spPr>
        <p:txBody>
          <a:bodyPr wrap="square" lIns="0">
            <a:spAutoFit/>
          </a:bodyPr>
          <a:lstStyle/>
          <a:p>
            <a:r>
              <a:rPr lang="de-DE" sz="1400" b="1" dirty="0" smtClean="0">
                <a:latin typeface="+mj-lt"/>
              </a:rPr>
              <a:t>Ein- / Ausblenden von Agenda Themen</a:t>
            </a:r>
          </a:p>
          <a:p>
            <a:endParaRPr lang="de-DE" sz="1400" dirty="0" smtClean="0">
              <a:latin typeface="+mj-lt"/>
            </a:endParaRPr>
          </a:p>
          <a:p>
            <a:r>
              <a:rPr lang="de-DE" sz="1400" dirty="0" smtClean="0">
                <a:latin typeface="+mj-lt"/>
              </a:rPr>
              <a:t>Entfernen bzw. hinzufügen weiterer Themen:</a:t>
            </a:r>
          </a:p>
          <a:p>
            <a:r>
              <a:rPr lang="de-DE" sz="1400" dirty="0" smtClean="0">
                <a:latin typeface="+mj-lt"/>
              </a:rPr>
              <a:t>Start &gt; Abschnitt „Bearbeiten“ &gt; Markieren &gt; Auswahlbereich</a:t>
            </a:r>
          </a:p>
          <a:p>
            <a:r>
              <a:rPr lang="de-DE" sz="1400" dirty="0" smtClean="0">
                <a:latin typeface="+mj-lt"/>
              </a:rPr>
              <a:t>Dann erscheint rechts das Fenster Auswahl. Hier lassen sich einzelne Objekte aus- bzw. einblenden (klicken auf das „Augen-Symbol).</a:t>
            </a:r>
            <a:endParaRPr lang="de-DE" sz="1400" dirty="0">
              <a:latin typeface="+mj-lt"/>
            </a:endParaRPr>
          </a:p>
        </p:txBody>
      </p:sp>
      <p:pic>
        <p:nvPicPr>
          <p:cNvPr id="37" name="Grafik 3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04648" y="2030800"/>
            <a:ext cx="2018685" cy="2669874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257934770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ildplatzhalter 9"/>
          <p:cNvSpPr>
            <a:spLocks noGrp="1"/>
          </p:cNvSpPr>
          <p:nvPr>
            <p:ph type="pic" sz="quarter" idx="20"/>
          </p:nvPr>
        </p:nvSpPr>
        <p:spPr/>
      </p:sp>
      <p:sp>
        <p:nvSpPr>
          <p:cNvPr id="3" name="Datumsplatzhalter 2"/>
          <p:cNvSpPr>
            <a:spLocks noGrp="1"/>
          </p:cNvSpPr>
          <p:nvPr>
            <p:ph type="dt" sz="half" idx="22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oliennummernplatzhalter 1"/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8006133C-6716-453B-AA54-8455677CE4FF}" type="slidenum">
              <a:rPr lang="en-US" smtClean="0"/>
              <a:pPr/>
              <a:t>21</a:t>
            </a:fld>
            <a:endParaRPr lang="en-US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  <p:sp>
        <p:nvSpPr>
          <p:cNvPr id="9" name="Titel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19644445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PROJECT_OPEN" val="0"/>
  <p:tag name="ISPRING_RESOURCE_PATHS_HASH_2" val="8e5293b899b407db44c384a3ca52afbd91fed16"/>
  <p:tag name="FINNOVA_CATEGORY" val="None"/>
  <p:tag name="ISPRING_RESOURCE_PATHS_HASH_PRESENTER" val="9873763661c552a285dbeabd15893f184a3bf72"/>
</p:tagLst>
</file>

<file path=ppt/theme/theme1.xml><?xml version="1.0" encoding="utf-8"?>
<a:theme xmlns:a="http://schemas.openxmlformats.org/drawingml/2006/main" name="Herrmann_Ultraschall_Template_01_EXP">
  <a:themeElements>
    <a:clrScheme name="HerrmannUltraschall">
      <a:dk1>
        <a:srgbClr val="333333"/>
      </a:dk1>
      <a:lt1>
        <a:sysClr val="window" lastClr="FFFFFF"/>
      </a:lt1>
      <a:dk2>
        <a:srgbClr val="C8C8C8"/>
      </a:dk2>
      <a:lt2>
        <a:srgbClr val="595959"/>
      </a:lt2>
      <a:accent1>
        <a:srgbClr val="007BBD"/>
      </a:accent1>
      <a:accent2>
        <a:srgbClr val="FF0000"/>
      </a:accent2>
      <a:accent3>
        <a:srgbClr val="D9D9D9"/>
      </a:accent3>
      <a:accent4>
        <a:srgbClr val="595959"/>
      </a:accent4>
      <a:accent5>
        <a:srgbClr val="008080"/>
      </a:accent5>
      <a:accent6>
        <a:srgbClr val="948A54"/>
      </a:accent6>
      <a:hlink>
        <a:srgbClr val="007BBD"/>
      </a:hlink>
      <a:folHlink>
        <a:srgbClr val="007BBD"/>
      </a:folHlink>
    </a:clrScheme>
    <a:fontScheme name="Hermann Ultraschall">
      <a:majorFont>
        <a:latin typeface="Arial Narrow"/>
        <a:ea typeface=""/>
        <a:cs typeface=""/>
      </a:majorFont>
      <a:minorFont>
        <a:latin typeface="Arial Narrow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gray">
        <a:solidFill>
          <a:schemeClr val="accent2"/>
        </a:solidFill>
        <a:ln>
          <a:noFill/>
        </a:ln>
      </a:spPr>
      <a:bodyPr lIns="72000" tIns="72000" rIns="72000" bIns="72000" rtlCol="0" anchor="ctr"/>
      <a:lstStyle>
        <a:defPPr algn="ctr">
          <a:spcBef>
            <a:spcPts val="300"/>
          </a:spcBef>
          <a:spcAft>
            <a:spcPts val="300"/>
          </a:spcAft>
          <a:defRPr sz="1400" b="1"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gray">
        <a:ln w="9525">
          <a:solidFill>
            <a:schemeClr val="bg2"/>
          </a:solidFill>
          <a:miter lim="800000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gray">
        <a:noFill/>
      </a:spPr>
      <a:bodyPr wrap="square" lIns="0" tIns="0" rIns="0" bIns="0" rtlCol="0">
        <a:noAutofit/>
      </a:bodyPr>
      <a:lstStyle>
        <a:defPPr marL="180000" indent="-180000">
          <a:spcBef>
            <a:spcPts val="300"/>
          </a:spcBef>
          <a:spcAft>
            <a:spcPts val="300"/>
          </a:spcAft>
          <a:buClr>
            <a:schemeClr val="accent2"/>
          </a:buClr>
          <a:buSzPct val="90000"/>
          <a:buFont typeface="Wingdings" panose="05000000000000000000" pitchFamily="2" charset="2"/>
          <a:buChar char="§"/>
          <a:defRPr sz="1400" dirty="0" err="1" smtClean="0">
            <a:solidFill>
              <a:schemeClr val="tx1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HUG_PPT-Vorlage_DEU_220524(SUl)" id="{5F8270AA-FF72-4F5B-8154-785FC7475741}" vid="{92324E19-A43C-4383-857C-DC3889C1272F}"/>
    </a:ext>
  </a:extLst>
</a:theme>
</file>

<file path=ppt/theme/theme2.xml><?xml version="1.0" encoding="utf-8"?>
<a:theme xmlns:a="http://schemas.openxmlformats.org/drawingml/2006/main" name="Office-Design">
  <a:themeElements>
    <a:clrScheme name="Benutzerdefiniert 1">
      <a:dk1>
        <a:srgbClr val="333333"/>
      </a:dk1>
      <a:lt1>
        <a:sysClr val="window" lastClr="FFFFFF"/>
      </a:lt1>
      <a:dk2>
        <a:srgbClr val="D6D6D6"/>
      </a:dk2>
      <a:lt2>
        <a:srgbClr val="595959"/>
      </a:lt2>
      <a:accent1>
        <a:srgbClr val="FF0000"/>
      </a:accent1>
      <a:accent2>
        <a:srgbClr val="FF0000"/>
      </a:accent2>
      <a:accent3>
        <a:srgbClr val="007CD6"/>
      </a:accent3>
      <a:accent4>
        <a:srgbClr val="B800B8"/>
      </a:accent4>
      <a:accent5>
        <a:srgbClr val="007C7C"/>
      </a:accent5>
      <a:accent6>
        <a:srgbClr val="D67C54"/>
      </a:accent6>
      <a:hlink>
        <a:srgbClr val="007CD6"/>
      </a:hlink>
      <a:folHlink>
        <a:srgbClr val="007CD6"/>
      </a:folHlink>
    </a:clrScheme>
    <a:fontScheme name="Arial Narrow">
      <a:majorFont>
        <a:latin typeface="Arial Narrow"/>
        <a:ea typeface=""/>
        <a:cs typeface=""/>
      </a:majorFont>
      <a:minorFont>
        <a:latin typeface="Arial Narrow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gray">
        <a:solidFill>
          <a:schemeClr val="accent2"/>
        </a:solidFill>
        <a:ln>
          <a:noFill/>
        </a:ln>
      </a:spPr>
      <a:bodyPr lIns="72000" tIns="72000" rIns="72000" bIns="72000" rtlCol="0" anchor="ctr"/>
      <a:lstStyle>
        <a:defPPr algn="ctr">
          <a:spcBef>
            <a:spcPts val="300"/>
          </a:spcBef>
          <a:spcAft>
            <a:spcPts val="300"/>
          </a:spcAft>
          <a:defRPr sz="1400" b="1"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gray">
        <a:ln w="9525">
          <a:solidFill>
            <a:schemeClr val="bg2"/>
          </a:solidFill>
          <a:miter lim="800000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gray">
        <a:noFill/>
      </a:spPr>
      <a:bodyPr wrap="square" lIns="0" tIns="0" rIns="0" bIns="0" rtlCol="0">
        <a:noAutofit/>
      </a:bodyPr>
      <a:lstStyle>
        <a:defPPr marL="180000" indent="-180000">
          <a:spcBef>
            <a:spcPts val="200"/>
          </a:spcBef>
          <a:spcAft>
            <a:spcPts val="200"/>
          </a:spcAft>
          <a:buClr>
            <a:schemeClr val="accent2"/>
          </a:buClr>
          <a:buSzPct val="90000"/>
          <a:buFont typeface="Wingdings" panose="05000000000000000000" pitchFamily="2" charset="2"/>
          <a:buChar char="§"/>
          <a:defRPr sz="1200" dirty="0" err="1" smtClean="0">
            <a:solidFill>
              <a:schemeClr val="tx1"/>
            </a:solidFill>
            <a:latin typeface="+mn-lt"/>
          </a:defRPr>
        </a:defPPr>
      </a:lstStyle>
    </a:txDef>
  </a:objectDefaults>
  <a:extraClrSchemeLst/>
</a:theme>
</file>

<file path=ppt/theme/theme3.xml><?xml version="1.0" encoding="utf-8"?>
<a:theme xmlns:a="http://schemas.openxmlformats.org/drawingml/2006/main" name="Larissa">
  <a:themeElements>
    <a:clrScheme name="Herrmann Ultraschall">
      <a:dk1>
        <a:srgbClr val="333333"/>
      </a:dk1>
      <a:lt1>
        <a:sysClr val="window" lastClr="FFFFFF"/>
      </a:lt1>
      <a:dk2>
        <a:srgbClr val="C8C8C8"/>
      </a:dk2>
      <a:lt2>
        <a:srgbClr val="595959"/>
      </a:lt2>
      <a:accent1>
        <a:srgbClr val="900000"/>
      </a:accent1>
      <a:accent2>
        <a:srgbClr val="FF0000"/>
      </a:accent2>
      <a:accent3>
        <a:srgbClr val="2773BE"/>
      </a:accent3>
      <a:accent4>
        <a:srgbClr val="63A1DF"/>
      </a:accent4>
      <a:accent5>
        <a:srgbClr val="366735"/>
      </a:accent5>
      <a:accent6>
        <a:srgbClr val="5CAA5A"/>
      </a:accent6>
      <a:hlink>
        <a:srgbClr val="3F3F3F"/>
      </a:hlink>
      <a:folHlink>
        <a:srgbClr val="3F3F3F"/>
      </a:folHlink>
    </a:clrScheme>
    <a:fontScheme name="Arial Narrow">
      <a:majorFont>
        <a:latin typeface="Arial Narrow"/>
        <a:ea typeface=""/>
        <a:cs typeface=""/>
      </a:majorFont>
      <a:minorFont>
        <a:latin typeface="Arial Narrow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gray">
        <a:solidFill>
          <a:schemeClr val="accent2"/>
        </a:solidFill>
        <a:ln>
          <a:noFill/>
        </a:ln>
      </a:spPr>
      <a:bodyPr lIns="72000" tIns="72000" rIns="72000" bIns="72000" rtlCol="0" anchor="ctr"/>
      <a:lstStyle>
        <a:defPPr algn="ctr">
          <a:spcBef>
            <a:spcPts val="300"/>
          </a:spcBef>
          <a:spcAft>
            <a:spcPts val="300"/>
          </a:spcAft>
          <a:defRPr sz="1400" b="1"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gray">
        <a:ln w="9525">
          <a:solidFill>
            <a:schemeClr val="bg2"/>
          </a:solidFill>
          <a:miter lim="800000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gray">
        <a:noFill/>
      </a:spPr>
      <a:bodyPr wrap="square" lIns="0" tIns="0" rIns="0" bIns="0" rtlCol="0">
        <a:noAutofit/>
      </a:bodyPr>
      <a:lstStyle>
        <a:defPPr marL="180000" indent="-180000">
          <a:spcBef>
            <a:spcPts val="200"/>
          </a:spcBef>
          <a:spcAft>
            <a:spcPts val="200"/>
          </a:spcAft>
          <a:buClr>
            <a:schemeClr val="accent2"/>
          </a:buClr>
          <a:buSzPct val="90000"/>
          <a:buFont typeface="Wingdings" panose="05000000000000000000" pitchFamily="2" charset="2"/>
          <a:buChar char="§"/>
          <a:defRPr sz="1200" dirty="0" err="1" smtClean="0">
            <a:solidFill>
              <a:schemeClr val="tx1"/>
            </a:solidFill>
            <a:latin typeface="+mn-lt"/>
          </a:defRPr>
        </a:defPPr>
      </a:lst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HUG_PPT-Vorlage_DEU_220524(SUl)</Template>
  <TotalTime>0</TotalTime>
  <Words>1896</Words>
  <Application>Microsoft Office PowerPoint</Application>
  <PresentationFormat>Bildschirmpräsentation (16:9)</PresentationFormat>
  <Paragraphs>345</Paragraphs>
  <Slides>21</Slides>
  <Notes>21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21</vt:i4>
      </vt:variant>
    </vt:vector>
  </HeadingPairs>
  <TitlesOfParts>
    <vt:vector size="28" baseType="lpstr">
      <vt:lpstr>ＭＳ Ｐゴシック</vt:lpstr>
      <vt:lpstr>Arial</vt:lpstr>
      <vt:lpstr>Arial Narrow</vt:lpstr>
      <vt:lpstr>Calibri</vt:lpstr>
      <vt:lpstr>Cambria Math</vt:lpstr>
      <vt:lpstr>Wingdings</vt:lpstr>
      <vt:lpstr>Herrmann_Ultraschall_Template_01_EXP</vt:lpstr>
      <vt:lpstr>Francois Brouet – sep24_continuous_ds</vt:lpstr>
      <vt:lpstr>PowerPoint-Präsentation</vt:lpstr>
      <vt:lpstr>Introduction</vt:lpstr>
      <vt:lpstr>Context</vt:lpstr>
      <vt:lpstr>Goal</vt:lpstr>
      <vt:lpstr>Data</vt:lpstr>
      <vt:lpstr>PowerPoint-Präsentation</vt:lpstr>
      <vt:lpstr>Pre-processing</vt:lpstr>
      <vt:lpstr>Pre-processing</vt:lpstr>
      <vt:lpstr>PowerPoint-Präsentation</vt:lpstr>
      <vt:lpstr>Next steps</vt:lpstr>
      <vt:lpstr>PowerPoint-Präsentation</vt:lpstr>
      <vt:lpstr>PowerPoint-Präsentation</vt:lpstr>
      <vt:lpstr>PowerPoint-Präsentation</vt:lpstr>
      <vt:lpstr>Project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>Herrmann Ultraschalltechnik GmbH &amp; Co KG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Brouet, Francois</dc:creator>
  <cp:lastModifiedBy>Brouet, Francois</cp:lastModifiedBy>
  <cp:revision>69</cp:revision>
  <cp:lastPrinted>2024-10-28T09:15:24Z</cp:lastPrinted>
  <dcterms:created xsi:type="dcterms:W3CDTF">2024-10-21T06:24:53Z</dcterms:created>
  <dcterms:modified xsi:type="dcterms:W3CDTF">2025-08-11T11:06:01Z</dcterms:modified>
</cp:coreProperties>
</file>