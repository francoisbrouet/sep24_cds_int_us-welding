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0"/>
  </p:notesMasterIdLst>
  <p:handoutMasterIdLst>
    <p:handoutMasterId r:id="rId21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406" r:id="rId14"/>
    <p:sldId id="404" r:id="rId15"/>
    <p:sldId id="396" r:id="rId16"/>
    <p:sldId id="381" r:id="rId17"/>
    <p:sldId id="378" r:id="rId18"/>
    <p:sldId id="384" r:id="rId19"/>
  </p:sldIdLst>
  <p:sldSz cx="9144000" cy="5143500" type="screen16x9"/>
  <p:notesSz cx="6645275" cy="9775825"/>
  <p:custDataLst>
    <p:tags r:id="rId22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6"/>
            <p14:sldId id="404"/>
            <p14:sldId id="396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57746" autoAdjust="0"/>
  </p:normalViewPr>
  <p:slideViewPr>
    <p:cSldViewPr snapToObjects="1">
      <p:cViewPr varScale="1">
        <p:scale>
          <a:sx n="87" d="100"/>
          <a:sy n="87" d="100"/>
        </p:scale>
        <p:origin x="1926" y="7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1506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14.08.2025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geometrical parameters have been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 </a:t>
            </a: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sides. On s</a:t>
            </a:r>
            <a:r>
              <a:rPr lang="de-DE" baseline="0" dirty="0" err="1" smtClean="0"/>
              <a:t>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</a:t>
            </a:r>
            <a:r>
              <a:rPr lang="en-US" baseline="0" dirty="0" smtClean="0"/>
              <a:t>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</a:t>
            </a:r>
            <a:r>
              <a:rPr lang="de-DE" dirty="0" err="1" smtClean="0"/>
              <a:t>delta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r>
              <a:rPr lang="de-DE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</a:t>
            </a:r>
            <a:r>
              <a:rPr lang="de-DE" baseline="0" dirty="0" err="1" smtClean="0"/>
              <a:t>scores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LGBM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	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</a:t>
            </a:r>
            <a:r>
              <a:rPr lang="de-DE" baseline="0" dirty="0" err="1" smtClean="0"/>
              <a:t>true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True)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a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may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overlapping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As a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scatterplot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 LGBM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thus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 + neighboring modes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2172</Words>
  <Application>Microsoft Office PowerPoint</Application>
  <PresentationFormat>Bildschirmpräsentation (16:9)</PresentationFormat>
  <Paragraphs>356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5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Result overview</vt:lpstr>
      <vt:lpstr>PowerPoint-Präsentation</vt:lpstr>
      <vt:lpstr>Next steps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95</cp:revision>
  <cp:lastPrinted>2024-10-28T09:15:24Z</cp:lastPrinted>
  <dcterms:created xsi:type="dcterms:W3CDTF">2024-10-21T06:24:53Z</dcterms:created>
  <dcterms:modified xsi:type="dcterms:W3CDTF">2025-08-14T11:39:50Z</dcterms:modified>
</cp:coreProperties>
</file>