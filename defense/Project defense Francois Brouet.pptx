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3"/>
  </p:notesMasterIdLst>
  <p:handoutMasterIdLst>
    <p:handoutMasterId r:id="rId24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3" r:id="rId12"/>
    <p:sldId id="406" r:id="rId13"/>
    <p:sldId id="404" r:id="rId14"/>
    <p:sldId id="388" r:id="rId15"/>
    <p:sldId id="396" r:id="rId16"/>
    <p:sldId id="389" r:id="rId17"/>
    <p:sldId id="391" r:id="rId18"/>
    <p:sldId id="392" r:id="rId19"/>
    <p:sldId id="381" r:id="rId20"/>
    <p:sldId id="378" r:id="rId21"/>
    <p:sldId id="384" r:id="rId22"/>
  </p:sldIdLst>
  <p:sldSz cx="9144000" cy="5143500" type="screen16x9"/>
  <p:notesSz cx="6645275" cy="9775825"/>
  <p:custDataLst>
    <p:tags r:id="rId25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3"/>
            <p14:sldId id="406"/>
            <p14:sldId id="404"/>
            <p14:sldId id="388"/>
            <p14:sldId id="396"/>
            <p14:sldId id="389"/>
            <p14:sldId id="391"/>
            <p14:sldId id="392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66738" autoAdjust="0"/>
  </p:normalViewPr>
  <p:slideViewPr>
    <p:cSldViewPr snapToObjects="1">
      <p:cViewPr varScale="1">
        <p:scale>
          <a:sx n="110" d="100"/>
          <a:sy n="110" d="100"/>
        </p:scale>
        <p:origin x="1266" y="10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1902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11.08.2025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dirty="0" smtClean="0"/>
              <a:t>- Distribution of the geometric variables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.</a:t>
            </a:r>
            <a:endParaRPr lang="de-DE" dirty="0" smtClean="0"/>
          </a:p>
          <a:p>
            <a:pPr marL="0" indent="0">
              <a:buFontTx/>
              <a:buNone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dirty="0" smtClean="0"/>
              <a:t>- Let's go back to DP 1001</a:t>
            </a:r>
          </a:p>
          <a:p>
            <a:pPr marL="0" indent="0">
              <a:buFontTx/>
              <a:buNone/>
            </a:pPr>
            <a:r>
              <a:rPr lang="en-US" dirty="0" smtClean="0"/>
              <a:t>Mode</a:t>
            </a:r>
            <a:r>
              <a:rPr lang="en-US" baseline="0" dirty="0" smtClean="0"/>
              <a:t> 77 (long): all displacements have the same sign</a:t>
            </a:r>
          </a:p>
          <a:p>
            <a:pPr marL="0" indent="0">
              <a:buFontTx/>
              <a:buNone/>
            </a:pPr>
            <a:r>
              <a:rPr lang="de-DE" dirty="0" smtClean="0"/>
              <a:t>Mode 76+78 </a:t>
            </a:r>
            <a:r>
              <a:rPr lang="de-DE" dirty="0" err="1" smtClean="0"/>
              <a:t>are</a:t>
            </a:r>
            <a:r>
              <a:rPr lang="de-DE" dirty="0" smtClean="0"/>
              <a:t> </a:t>
            </a:r>
            <a:r>
              <a:rPr lang="de-DE" dirty="0" err="1" smtClean="0"/>
              <a:t>neighboring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: </a:t>
            </a:r>
            <a:r>
              <a:rPr lang="de-DE" dirty="0" err="1" smtClean="0"/>
              <a:t>delta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smtClean="0"/>
              <a:t> 61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Now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# Long </a:t>
            </a:r>
            <a:r>
              <a:rPr lang="de-DE" dirty="0" err="1" smtClean="0"/>
              <a:t>frequencies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:       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</a:t>
            </a:r>
            <a:r>
              <a:rPr lang="de-DE" dirty="0" err="1" smtClean="0"/>
              <a:t>y_pred</a:t>
            </a:r>
            <a:r>
              <a:rPr lang="de-DE" dirty="0" smtClean="0"/>
              <a:t> 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     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LGBM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+ </a:t>
            </a:r>
            <a:r>
              <a:rPr lang="de-DE" dirty="0" err="1" smtClean="0"/>
              <a:t>tuned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+ </a:t>
            </a:r>
            <a:r>
              <a:rPr lang="de-DE" dirty="0" err="1" smtClean="0"/>
              <a:t>filtered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          </a:t>
            </a:r>
            <a:r>
              <a:rPr lang="de-DE" dirty="0" err="1" smtClean="0"/>
              <a:t>y_true</a:t>
            </a:r>
            <a:r>
              <a:rPr lang="de-DE" dirty="0" smtClean="0"/>
              <a:t>  </a:t>
            </a:r>
            <a:r>
              <a:rPr lang="de-DE" dirty="0" err="1" smtClean="0"/>
              <a:t>y_pred</a:t>
            </a:r>
            <a:r>
              <a:rPr lang="de-DE" dirty="0" smtClean="0"/>
              <a:t>      </a:t>
            </a:r>
            <a:r>
              <a:rPr lang="de-DE" dirty="0" err="1" smtClean="0"/>
              <a:t>residuals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dirty="0" smtClean="0"/>
              <a:t> = f(MAC </a:t>
            </a:r>
            <a:r>
              <a:rPr lang="de-DE" dirty="0" err="1" smtClean="0"/>
              <a:t>value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r>
              <a:rPr lang="de-DE" dirty="0" smtClean="0"/>
              <a:t># Points Best &amp;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radio</a:t>
            </a:r>
            <a:r>
              <a:rPr lang="de-DE" dirty="0" smtClean="0"/>
              <a:t>) </a:t>
            </a:r>
            <a:r>
              <a:rPr lang="de-DE" dirty="0" err="1" smtClean="0"/>
              <a:t>best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,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smtClean="0"/>
              <a:t># </a:t>
            </a:r>
            <a:r>
              <a:rPr lang="de-DE" dirty="0" err="1" smtClean="0"/>
              <a:t>Frequency</a:t>
            </a:r>
            <a:r>
              <a:rPr lang="de-DE" dirty="0" smtClean="0"/>
              <a:t>, MAC </a:t>
            </a:r>
            <a:r>
              <a:rPr lang="de-DE" dirty="0" err="1" smtClean="0"/>
              <a:t>values</a:t>
            </a:r>
            <a:r>
              <a:rPr lang="de-DE" dirty="0" smtClean="0"/>
              <a:t>, </a:t>
            </a:r>
            <a:r>
              <a:rPr lang="de-DE" dirty="0" err="1" smtClean="0"/>
              <a:t>displacements</a:t>
            </a:r>
            <a:r>
              <a:rPr lang="de-DE" dirty="0" smtClean="0"/>
              <a:t>,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neighbor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endParaRPr lang="de-DE" dirty="0" smtClean="0"/>
          </a:p>
          <a:p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339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458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1516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7082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</a:t>
            </a:r>
            <a:r>
              <a:rPr lang="en-US" sz="1000" dirty="0" smtClean="0"/>
              <a:t>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379465" y="4011910"/>
            <a:ext cx="4080967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un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latin typeface="+mn-lt"/>
              </a:rPr>
              <a:t>u: </a:t>
            </a: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N: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Tuning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sonotrode</a:t>
            </a:r>
            <a:r>
              <a:rPr lang="de-DE" dirty="0"/>
              <a:t> </a:t>
            </a:r>
            <a:r>
              <a:rPr lang="de-DE" dirty="0" err="1"/>
              <a:t>geometry</a:t>
            </a:r>
            <a:endParaRPr lang="de-DE" dirty="0"/>
          </a:p>
          <a:p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mostly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welding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not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changed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/>
              <a:t>The </a:t>
            </a:r>
            <a:r>
              <a:rPr lang="de-DE" dirty="0" err="1"/>
              <a:t>rest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modal </a:t>
            </a:r>
            <a:r>
              <a:rPr lang="de-DE" dirty="0" err="1"/>
              <a:t>properties</a:t>
            </a:r>
            <a:r>
              <a:rPr lang="de-DE" dirty="0"/>
              <a:t> (</a:t>
            </a:r>
            <a:r>
              <a:rPr lang="de-DE" dirty="0" err="1"/>
              <a:t>tuning</a:t>
            </a:r>
            <a:r>
              <a:rPr lang="de-DE" dirty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tunes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Other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smtClean="0"/>
              <a:t>a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b (</a:t>
            </a:r>
            <a:r>
              <a:rPr lang="de-DE" dirty="0" err="1" smtClean="0"/>
              <a:t>slot</a:t>
            </a:r>
            <a:r>
              <a:rPr lang="de-DE" dirty="0" smtClean="0"/>
              <a:t> </a:t>
            </a:r>
            <a:r>
              <a:rPr lang="de-DE" dirty="0" err="1" smtClean="0"/>
              <a:t>length</a:t>
            </a:r>
            <a:r>
              <a:rPr lang="de-DE" dirty="0" smtClean="0"/>
              <a:t>)</a:t>
            </a:r>
          </a:p>
          <a:p>
            <a:pPr marL="644525" lvl="2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2377014"/>
            <a:ext cx="3404263" cy="239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003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smtClean="0"/>
              <a:t>Goal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project</a:t>
            </a:r>
            <a:r>
              <a:rPr lang="de-DE" dirty="0" smtClean="0"/>
              <a:t>: Create a </a:t>
            </a:r>
            <a:r>
              <a:rPr lang="de-DE" dirty="0" err="1" smtClean="0"/>
              <a:t>model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Model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trained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FEM </a:t>
            </a:r>
            <a:r>
              <a:rPr lang="de-DE" dirty="0" err="1" smtClean="0"/>
              <a:t>calculations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can</a:t>
            </a:r>
            <a:r>
              <a:rPr lang="de-DE" dirty="0" smtClean="0"/>
              <a:t>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chosen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One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 ~ 1 </a:t>
            </a:r>
            <a:r>
              <a:rPr lang="de-DE" dirty="0" err="1" smtClean="0"/>
              <a:t>minute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err="1" smtClean="0"/>
              <a:t>Predict</a:t>
            </a:r>
            <a:r>
              <a:rPr lang="de-DE" dirty="0" smtClean="0"/>
              <a:t> FEM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calculation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/>
          </a:p>
          <a:p>
            <a:pPr marL="285750" indent="-285750">
              <a:buFontTx/>
              <a:buChar char="-"/>
            </a:pPr>
            <a:r>
              <a:rPr lang="de-DE" dirty="0" smtClean="0"/>
              <a:t>Combine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optimization</a:t>
            </a:r>
            <a:r>
              <a:rPr lang="de-DE" dirty="0" smtClean="0"/>
              <a:t> (</a:t>
            </a:r>
            <a:r>
              <a:rPr lang="de-DE" i="1" dirty="0" smtClean="0"/>
              <a:t>optional </a:t>
            </a:r>
            <a:r>
              <a:rPr lang="de-DE" i="1" dirty="0" err="1" smtClean="0"/>
              <a:t>goal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2799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Post-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script</a:t>
            </a:r>
            <a:r>
              <a:rPr lang="de-DE" dirty="0"/>
              <a:t> in ANSYS: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Identifies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its</a:t>
            </a:r>
            <a:r>
              <a:rPr lang="de-DE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(Global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smtClean="0"/>
              <a:t>all</a:t>
            </a:r>
            <a:r>
              <a:rPr lang="de-DE" dirty="0" smtClean="0"/>
              <a:t> design </a:t>
            </a:r>
            <a:r>
              <a:rPr lang="de-DE" dirty="0" err="1" smtClean="0"/>
              <a:t>points</a:t>
            </a:r>
            <a:r>
              <a:rPr lang="de-DE" dirty="0" smtClean="0"/>
              <a:t>)</a:t>
            </a:r>
          </a:p>
          <a:p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Exports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r>
              <a:rPr lang="de-DE" dirty="0" smtClean="0"/>
              <a:t> (</a:t>
            </a:r>
            <a:r>
              <a:rPr lang="de-DE" dirty="0" err="1" smtClean="0"/>
              <a:t>One</a:t>
            </a:r>
            <a:r>
              <a:rPr lang="de-DE" dirty="0" smtClean="0"/>
              <a:t> </a:t>
            </a:r>
            <a:r>
              <a:rPr lang="de-DE" dirty="0" err="1" smtClean="0"/>
              <a:t>file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b="1" dirty="0" err="1" smtClean="0"/>
              <a:t>each</a:t>
            </a:r>
            <a:r>
              <a:rPr lang="de-DE" dirty="0" smtClean="0"/>
              <a:t> design </a:t>
            </a:r>
            <a:r>
              <a:rPr lang="de-DE" dirty="0" err="1" smtClean="0"/>
              <a:t>point</a:t>
            </a:r>
            <a:r>
              <a:rPr lang="de-DE" dirty="0" smtClean="0"/>
              <a:t>):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List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851670"/>
            <a:ext cx="4065843" cy="792582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/>
        </p:nvPicPr>
        <p:blipFill rotWithShape="1">
          <a:blip r:embed="rId6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247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Example</a:t>
            </a:r>
            <a:r>
              <a:rPr lang="de-DE" dirty="0" smtClean="0"/>
              <a:t>: Impact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on modal </a:t>
            </a:r>
            <a:r>
              <a:rPr lang="de-DE" dirty="0" err="1" smtClean="0"/>
              <a:t>frequencies</a:t>
            </a:r>
            <a:endParaRPr lang="de-DE" dirty="0" smtClean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proposal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1657180"/>
            <a:ext cx="2796351" cy="245052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054" y="1635646"/>
            <a:ext cx="2804734" cy="2457872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 bwMode="gray">
          <a:xfrm>
            <a:off x="3491880" y="4312376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a: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position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Textfeld 10"/>
          <p:cNvSpPr txBox="1"/>
          <p:nvPr/>
        </p:nvSpPr>
        <p:spPr bwMode="gray">
          <a:xfrm>
            <a:off x="6774802" y="4310562"/>
            <a:ext cx="1800200" cy="21602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>
                <a:latin typeface="+mn-lt"/>
              </a:rPr>
              <a:t>b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: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slot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length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 rotWithShape="1">
          <a:blip r:embed="rId5"/>
          <a:srcRect l="21852" t="2977" r="4115" b="3816"/>
          <a:stretch/>
        </p:blipFill>
        <p:spPr>
          <a:xfrm>
            <a:off x="179512" y="1923678"/>
            <a:ext cx="2210147" cy="195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74663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1927</Words>
  <Application>Microsoft Office PowerPoint</Application>
  <PresentationFormat>Bildschirmpräsentation (16:9)</PresentationFormat>
  <Paragraphs>350</Paragraphs>
  <Slides>21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PowerPoint-Präsentation</vt:lpstr>
      <vt:lpstr>Next steps</vt:lpstr>
      <vt:lpstr>PowerPoint-Präsentation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74</cp:revision>
  <cp:lastPrinted>2024-10-28T09:15:24Z</cp:lastPrinted>
  <dcterms:created xsi:type="dcterms:W3CDTF">2024-10-21T06:24:53Z</dcterms:created>
  <dcterms:modified xsi:type="dcterms:W3CDTF">2025-08-11T12:34:44Z</dcterms:modified>
</cp:coreProperties>
</file>