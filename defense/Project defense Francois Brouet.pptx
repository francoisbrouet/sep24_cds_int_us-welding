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97" r:id="rId2"/>
    <p:sldId id="383" r:id="rId3"/>
    <p:sldId id="378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381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97"/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58003" autoAdjust="0"/>
  </p:normalViewPr>
  <p:slideViewPr>
    <p:cSldViewPr snapToObjects="1">
      <p:cViewPr varScale="1">
        <p:scale>
          <a:sx n="87" d="100"/>
          <a:sy n="87" d="100"/>
        </p:scale>
        <p:origin x="1926" y="84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-1644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25.08.2025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an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an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err="1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particulary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typical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last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r>
              <a:rPr lang="de-DE" dirty="0" smtClean="0"/>
              <a:t>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the´output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switch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turned</a:t>
            </a:r>
            <a:r>
              <a:rPr lang="de-DE" baseline="0" dirty="0" smtClean="0"/>
              <a:t>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as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baseline="0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</a:t>
            </a:r>
            <a:r>
              <a:rPr lang="de-DE" baseline="0" dirty="0" err="1" smtClean="0">
                <a:sym typeface="Wingdings" panose="05000000000000000000" pitchFamily="2" charset="2"/>
              </a:rPr>
              <a:t>which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good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working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so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find a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variables (</a:t>
            </a:r>
            <a:r>
              <a:rPr lang="de-DE" baseline="0" dirty="0" err="1" smtClean="0"/>
              <a:t>instead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)?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5" name="Textfeld 4"/>
          <p:cNvSpPr txBox="1"/>
          <p:nvPr/>
        </p:nvSpPr>
        <p:spPr bwMode="gray">
          <a:xfrm>
            <a:off x="3419872" y="1347614"/>
            <a:ext cx="720080" cy="561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0" name="Textfeld 39"/>
          <p:cNvSpPr txBox="1"/>
          <p:nvPr/>
        </p:nvSpPr>
        <p:spPr bwMode="gray">
          <a:xfrm>
            <a:off x="3418433" y="2796583"/>
            <a:ext cx="720080" cy="2631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1) </a:t>
            </a:r>
            <a:r>
              <a:rPr lang="de-DE" dirty="0" err="1" smtClean="0"/>
              <a:t>Deployment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CAD</a:t>
            </a:r>
            <a:r>
              <a:rPr lang="de-DE" dirty="0" smtClean="0"/>
              <a:t> Interface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Geometry</a:t>
            </a:r>
            <a:r>
              <a:rPr lang="de-DE" dirty="0" smtClean="0"/>
              <a:t> </a:t>
            </a:r>
            <a:r>
              <a:rPr lang="de-DE" dirty="0" err="1" smtClean="0"/>
              <a:t>description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2) Optimal </a:t>
            </a:r>
            <a:r>
              <a:rPr lang="de-DE" dirty="0" err="1" smtClean="0"/>
              <a:t>geometry</a:t>
            </a:r>
            <a:r>
              <a:rPr lang="de-DE" dirty="0" smtClean="0"/>
              <a:t>(</a:t>
            </a:r>
            <a:r>
              <a:rPr lang="de-DE" i="1" dirty="0" err="1" smtClean="0"/>
              <a:t>ies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Range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99592" y="3723878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2201</Words>
  <Application>Microsoft Office PowerPoint</Application>
  <PresentationFormat>Bildschirmpräsentation (16:9)</PresentationFormat>
  <Paragraphs>352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PowerPoint-Präsentation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136</cp:revision>
  <cp:lastPrinted>2024-10-28T09:15:24Z</cp:lastPrinted>
  <dcterms:created xsi:type="dcterms:W3CDTF">2024-10-21T06:24:53Z</dcterms:created>
  <dcterms:modified xsi:type="dcterms:W3CDTF">2025-08-25T11:10:37Z</dcterms:modified>
</cp:coreProperties>
</file>