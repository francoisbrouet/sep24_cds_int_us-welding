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CC"/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70957" autoAdjust="0"/>
  </p:normalViewPr>
  <p:slideViewPr>
    <p:cSldViewPr snapToObjects="1">
      <p:cViewPr varScale="1">
        <p:scale>
          <a:sx n="152" d="100"/>
          <a:sy n="152" d="100"/>
        </p:scale>
        <p:origin x="1986" y="132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02.09.2025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r>
              <a:rPr lang="de-DE" dirty="0" smtClean="0"/>
              <a:t> </a:t>
            </a:r>
            <a:r>
              <a:rPr lang="de-DE" dirty="0" err="1" smtClean="0"/>
              <a:t>transforms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material </a:t>
            </a:r>
            <a:r>
              <a:rPr lang="de-DE" dirty="0" err="1" smtClean="0"/>
              <a:t>begins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</a:t>
            </a:r>
            <a:r>
              <a:rPr lang="de-DE" dirty="0" err="1" smtClean="0"/>
              <a:t>compresses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, 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(calculation of 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very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so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smtClean="0"/>
              <a:t>FEM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frequencies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 particular those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displacements’ uniformity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rather than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introduce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FEM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distinct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generated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DPs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within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ensure</a:t>
            </a:r>
            <a:r>
              <a:rPr lang="de-DE" baseline="0" dirty="0" smtClean="0"/>
              <a:t> valid sonotrode geometries.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DPs.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err="1" smtClean="0"/>
              <a:t>There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1st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second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final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move</a:t>
            </a:r>
            <a:r>
              <a:rPr lang="de-DE" dirty="0" smtClean="0"/>
              <a:t> on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explanatory variables: the geometric parameters are distributed according </a:t>
            </a:r>
            <a:r>
              <a:rPr lang="en-US" baseline="0" dirty="0" smtClean="0"/>
              <a:t>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boxplots are symmetrical, median in the center and equal-length whiskers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variable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way</a:t>
            </a:r>
            <a:r>
              <a:rPr lang="de-DE" dirty="0" smtClean="0"/>
              <a:t>: 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Now</a:t>
            </a:r>
            <a:r>
              <a:rPr lang="de-DE" dirty="0" smtClean="0"/>
              <a:t> </a:t>
            </a: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although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generation,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turn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squarring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NRDD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while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indicate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wonder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variable, </a:t>
            </a:r>
            <a:r>
              <a:rPr lang="de-DE" baseline="0" dirty="0" err="1" smtClean="0"/>
              <a:t>rather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MAC. The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MAC.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continue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on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selected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coefficient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determination</a:t>
            </a:r>
            <a:r>
              <a:rPr lang="de-DE" baseline="0" dirty="0" smtClean="0"/>
              <a:t> R²,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fast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take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can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see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low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below</a:t>
            </a:r>
            <a:r>
              <a:rPr lang="de-DE" baseline="0" dirty="0" smtClean="0"/>
              <a:t>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maintaining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 </a:t>
            </a:r>
            <a:r>
              <a:rPr lang="de-DE" dirty="0" err="1" smtClean="0"/>
              <a:t>dataset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enhanced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performance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leading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improvement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Mean</a:t>
            </a:r>
            <a:r>
              <a:rPr lang="de-DE" baseline="0" dirty="0" smtClean="0">
                <a:sym typeface="Wingdings" panose="05000000000000000000" pitchFamily="2" charset="2"/>
              </a:rPr>
              <a:t> Absolute Error MAE was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an </a:t>
            </a:r>
            <a:r>
              <a:rPr lang="de-DE" baseline="0" dirty="0" err="1" smtClean="0">
                <a:sym typeface="Wingdings" panose="05000000000000000000" pitchFamily="2" charset="2"/>
              </a:rPr>
              <a:t>excellent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result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driving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efficiently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exploring</a:t>
            </a:r>
            <a:r>
              <a:rPr lang="de-DE" baseline="0" dirty="0" smtClean="0"/>
              <a:t> 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82837" y="3707640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latin typeface="+mn-lt"/>
              </a:rPr>
              <a:t>Thank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for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attention</a:t>
            </a:r>
            <a:r>
              <a:rPr lang="de-DE" sz="3200" b="1" dirty="0" smtClean="0"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7" name="Gruppieren 16"/>
          <p:cNvGrpSpPr/>
          <p:nvPr/>
        </p:nvGrpSpPr>
        <p:grpSpPr>
          <a:xfrm>
            <a:off x="3855697" y="1188178"/>
            <a:ext cx="4073104" cy="1334766"/>
            <a:chOff x="3855697" y="1188178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55697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314958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76673" y="119380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314958" y="2229406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31761" y="1481716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91022" y="1481716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77827" y="1487347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uppieren 12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2196</Words>
  <Application>Microsoft Office PowerPoint</Application>
  <PresentationFormat>Bildschirmpräsentation (16:9)</PresentationFormat>
  <Paragraphs>353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179</cp:revision>
  <cp:lastPrinted>2024-10-28T09:15:24Z</cp:lastPrinted>
  <dcterms:created xsi:type="dcterms:W3CDTF">2024-10-21T06:24:53Z</dcterms:created>
  <dcterms:modified xsi:type="dcterms:W3CDTF">2025-09-02T09:41:52Z</dcterms:modified>
</cp:coreProperties>
</file>