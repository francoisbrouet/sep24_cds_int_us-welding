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CC"/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70957" autoAdjust="0"/>
  </p:normalViewPr>
  <p:slideViewPr>
    <p:cSldViewPr snapToObjects="1">
      <p:cViewPr varScale="1">
        <p:scale>
          <a:sx n="152" d="100"/>
          <a:sy n="152" d="100"/>
        </p:scale>
        <p:origin x="474" y="132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31.08.2025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smtClean="0"/>
              <a:t>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(calculation of modal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properties) without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running them</a:t>
            </a:r>
            <a:endParaRPr lang="en-US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frequencies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in particular those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displacements’ uniformity (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rather than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smtClean="0"/>
              <a:t>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</a:t>
            </a:r>
            <a:r>
              <a:rPr lang="de-DE" baseline="0" dirty="0" smtClean="0"/>
              <a:t>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sonotrode geometries.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DPs.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second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boxplots are symmetrical, median in the center and equal-length whiskers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generation,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turn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.</a:t>
            </a:r>
            <a:endParaRPr lang="de-DE" baseline="0" dirty="0" smtClean="0"/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MAC.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</a:t>
            </a:r>
            <a:r>
              <a:rPr lang="de-DE" baseline="0" dirty="0" smtClean="0"/>
              <a:t>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smtClean="0"/>
              <a:t>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fast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smtClean="0"/>
              <a:t>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exploring</a:t>
            </a:r>
            <a:r>
              <a:rPr lang="de-DE" baseline="0" dirty="0" smtClean="0"/>
              <a:t> </a:t>
            </a:r>
            <a:r>
              <a:rPr lang="de-DE" baseline="0" dirty="0" smtClean="0"/>
              <a:t>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82837" y="3707640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latin typeface="+mn-lt"/>
              </a:rPr>
              <a:t>Thank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for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attention</a:t>
            </a:r>
            <a:r>
              <a:rPr lang="de-DE" sz="3200" b="1" dirty="0" smtClean="0"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7" name="Gruppieren 16"/>
          <p:cNvGrpSpPr/>
          <p:nvPr/>
        </p:nvGrpSpPr>
        <p:grpSpPr>
          <a:xfrm>
            <a:off x="3855697" y="1188178"/>
            <a:ext cx="4073104" cy="1334766"/>
            <a:chOff x="3855697" y="1188178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55697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314958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76673" y="119380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314958" y="2229406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31761" y="1481716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91022" y="1481716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77827" y="1487347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uppieren 12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2252</Words>
  <Application>Microsoft Office PowerPoint</Application>
  <PresentationFormat>Bildschirmpräsentation (16:9)</PresentationFormat>
  <Paragraphs>363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173</cp:revision>
  <cp:lastPrinted>2024-10-28T09:15:24Z</cp:lastPrinted>
  <dcterms:created xsi:type="dcterms:W3CDTF">2024-10-21T06:24:53Z</dcterms:created>
  <dcterms:modified xsi:type="dcterms:W3CDTF">2025-08-31T08:21:11Z</dcterms:modified>
</cp:coreProperties>
</file>